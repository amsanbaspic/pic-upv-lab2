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56" r:id="rId2"/>
    <p:sldId id="289" r:id="rId3"/>
    <p:sldId id="295" r:id="rId4"/>
    <p:sldId id="302" r:id="rId5"/>
    <p:sldId id="303" r:id="rId6"/>
    <p:sldId id="304" r:id="rId7"/>
    <p:sldId id="291" r:id="rId8"/>
    <p:sldId id="296" r:id="rId9"/>
    <p:sldId id="294" r:id="rId10"/>
    <p:sldId id="299" r:id="rId11"/>
    <p:sldId id="300" r:id="rId12"/>
    <p:sldId id="301" r:id="rId13"/>
    <p:sldId id="297" r:id="rId14"/>
    <p:sldId id="305" r:id="rId15"/>
    <p:sldId id="290" r:id="rId16"/>
    <p:sldId id="292" r:id="rId17"/>
    <p:sldId id="298" r:id="rId18"/>
    <p:sldId id="288" r:id="rId1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8A5F8C-9D9A-4DB7-BDD0-AD1519F06E38}" v="78" dt="2026-09-21T14:20:52.6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p:scale>
          <a:sx n="114" d="100"/>
          <a:sy n="114" d="100"/>
        </p:scale>
        <p:origin x="400" y="-8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s Sanchez-Toril Bastrygina" userId="3b03b09f-13c0-4e05-819a-d5dea8e09df8" providerId="ADAL" clId="{AB6E9420-9DA3-455F-BCF4-9F7D2E397574}"/>
    <pc:docChg chg="undo custSel addSld modSld">
      <pc:chgData name="Andrés Sanchez-Toril Bastrygina" userId="3b03b09f-13c0-4e05-819a-d5dea8e09df8" providerId="ADAL" clId="{AB6E9420-9DA3-455F-BCF4-9F7D2E397574}" dt="2026-09-21T14:21:57.403" v="483" actId="14100"/>
      <pc:docMkLst>
        <pc:docMk/>
      </pc:docMkLst>
      <pc:sldChg chg="addSp delSp modSp mod">
        <pc:chgData name="Andrés Sanchez-Toril Bastrygina" userId="3b03b09f-13c0-4e05-819a-d5dea8e09df8" providerId="ADAL" clId="{AB6E9420-9DA3-455F-BCF4-9F7D2E397574}" dt="2026-09-21T14:21:57.403" v="483" actId="14100"/>
        <pc:sldMkLst>
          <pc:docMk/>
          <pc:sldMk cId="179796361" sldId="290"/>
        </pc:sldMkLst>
        <pc:spChg chg="mod">
          <ac:chgData name="Andrés Sanchez-Toril Bastrygina" userId="3b03b09f-13c0-4e05-819a-d5dea8e09df8" providerId="ADAL" clId="{AB6E9420-9DA3-455F-BCF4-9F7D2E397574}" dt="2026-09-21T14:20:58.219" v="467" actId="20577"/>
          <ac:spMkLst>
            <pc:docMk/>
            <pc:sldMk cId="179796361" sldId="290"/>
            <ac:spMk id="2" creationId="{D0F8CF3B-B920-DBFC-F825-0C87B51EADA7}"/>
          </ac:spMkLst>
        </pc:spChg>
        <pc:spChg chg="mod">
          <ac:chgData name="Andrés Sanchez-Toril Bastrygina" userId="3b03b09f-13c0-4e05-819a-d5dea8e09df8" providerId="ADAL" clId="{AB6E9420-9DA3-455F-BCF4-9F7D2E397574}" dt="2026-09-21T14:21:47.636" v="480" actId="14100"/>
          <ac:spMkLst>
            <pc:docMk/>
            <pc:sldMk cId="179796361" sldId="290"/>
            <ac:spMk id="5" creationId="{E7488849-10A1-FB48-F511-E57B062CD7E2}"/>
          </ac:spMkLst>
        </pc:spChg>
        <pc:spChg chg="mod">
          <ac:chgData name="Andrés Sanchez-Toril Bastrygina" userId="3b03b09f-13c0-4e05-819a-d5dea8e09df8" providerId="ADAL" clId="{AB6E9420-9DA3-455F-BCF4-9F7D2E397574}" dt="2026-09-21T14:21:57.403" v="483" actId="14100"/>
          <ac:spMkLst>
            <pc:docMk/>
            <pc:sldMk cId="179796361" sldId="290"/>
            <ac:spMk id="6" creationId="{68726DAB-1B5F-39D1-63A0-BB708EA6E17F}"/>
          </ac:spMkLst>
        </pc:spChg>
        <pc:spChg chg="del mod">
          <ac:chgData name="Andrés Sanchez-Toril Bastrygina" userId="3b03b09f-13c0-4e05-819a-d5dea8e09df8" providerId="ADAL" clId="{AB6E9420-9DA3-455F-BCF4-9F7D2E397574}" dt="2026-09-21T14:21:54.713" v="482" actId="478"/>
          <ac:spMkLst>
            <pc:docMk/>
            <pc:sldMk cId="179796361" sldId="290"/>
            <ac:spMk id="7" creationId="{6D309BFB-98FD-0CBA-3C6A-346D8859893B}"/>
          </ac:spMkLst>
        </pc:spChg>
        <pc:spChg chg="del">
          <ac:chgData name="Andrés Sanchez-Toril Bastrygina" userId="3b03b09f-13c0-4e05-819a-d5dea8e09df8" providerId="ADAL" clId="{AB6E9420-9DA3-455F-BCF4-9F7D2E397574}" dt="2026-09-21T14:21:37.993" v="475" actId="478"/>
          <ac:spMkLst>
            <pc:docMk/>
            <pc:sldMk cId="179796361" sldId="290"/>
            <ac:spMk id="8" creationId="{E9BD6C85-02F1-7B54-41E3-E3D9883786D8}"/>
          </ac:spMkLst>
        </pc:spChg>
        <pc:spChg chg="del">
          <ac:chgData name="Andrés Sanchez-Toril Bastrygina" userId="3b03b09f-13c0-4e05-819a-d5dea8e09df8" providerId="ADAL" clId="{AB6E9420-9DA3-455F-BCF4-9F7D2E397574}" dt="2026-09-21T14:21:30.778" v="473" actId="478"/>
          <ac:spMkLst>
            <pc:docMk/>
            <pc:sldMk cId="179796361" sldId="290"/>
            <ac:spMk id="9" creationId="{7431A41C-EEB3-44D0-4622-A915E258C8F0}"/>
          </ac:spMkLst>
        </pc:spChg>
        <pc:picChg chg="add mod">
          <ac:chgData name="Andrés Sanchez-Toril Bastrygina" userId="3b03b09f-13c0-4e05-819a-d5dea8e09df8" providerId="ADAL" clId="{AB6E9420-9DA3-455F-BCF4-9F7D2E397574}" dt="2026-09-21T14:21:43.105" v="479" actId="1036"/>
          <ac:picMkLst>
            <pc:docMk/>
            <pc:sldMk cId="179796361" sldId="290"/>
            <ac:picMk id="10" creationId="{F48976B7-9D9D-8A84-C742-3F9C8B85DCE1}"/>
          </ac:picMkLst>
        </pc:picChg>
      </pc:sldChg>
      <pc:sldChg chg="addSp modSp mod">
        <pc:chgData name="Andrés Sanchez-Toril Bastrygina" userId="3b03b09f-13c0-4e05-819a-d5dea8e09df8" providerId="ADAL" clId="{AB6E9420-9DA3-455F-BCF4-9F7D2E397574}" dt="2026-09-21T13:08:42.288" v="295" actId="1076"/>
        <pc:sldMkLst>
          <pc:docMk/>
          <pc:sldMk cId="3712356003" sldId="291"/>
        </pc:sldMkLst>
        <pc:picChg chg="add mod">
          <ac:chgData name="Andrés Sanchez-Toril Bastrygina" userId="3b03b09f-13c0-4e05-819a-d5dea8e09df8" providerId="ADAL" clId="{AB6E9420-9DA3-455F-BCF4-9F7D2E397574}" dt="2026-09-21T12:16:10.787" v="10" actId="1037"/>
          <ac:picMkLst>
            <pc:docMk/>
            <pc:sldMk cId="3712356003" sldId="291"/>
            <ac:picMk id="7" creationId="{329B42A5-9A07-F6F1-56B7-8CA52E615CC5}"/>
          </ac:picMkLst>
        </pc:picChg>
        <pc:picChg chg="add mod">
          <ac:chgData name="Andrés Sanchez-Toril Bastrygina" userId="3b03b09f-13c0-4e05-819a-d5dea8e09df8" providerId="ADAL" clId="{AB6E9420-9DA3-455F-BCF4-9F7D2E397574}" dt="2026-09-21T13:08:42.288" v="295" actId="1076"/>
          <ac:picMkLst>
            <pc:docMk/>
            <pc:sldMk cId="3712356003" sldId="291"/>
            <ac:picMk id="11" creationId="{B1346B8E-512E-6C51-09FB-86EB0E0E2BAE}"/>
          </ac:picMkLst>
        </pc:picChg>
      </pc:sldChg>
      <pc:sldChg chg="addSp delSp modSp mod">
        <pc:chgData name="Andrés Sanchez-Toril Bastrygina" userId="3b03b09f-13c0-4e05-819a-d5dea8e09df8" providerId="ADAL" clId="{AB6E9420-9DA3-455F-BCF4-9F7D2E397574}" dt="2026-09-21T13:34:59.110" v="315" actId="1076"/>
        <pc:sldMkLst>
          <pc:docMk/>
          <pc:sldMk cId="2815679427" sldId="294"/>
        </pc:sldMkLst>
        <pc:spChg chg="mod">
          <ac:chgData name="Andrés Sanchez-Toril Bastrygina" userId="3b03b09f-13c0-4e05-819a-d5dea8e09df8" providerId="ADAL" clId="{AB6E9420-9DA3-455F-BCF4-9F7D2E397574}" dt="2026-09-21T13:34:59.110" v="315" actId="1076"/>
          <ac:spMkLst>
            <pc:docMk/>
            <pc:sldMk cId="2815679427" sldId="294"/>
            <ac:spMk id="2" creationId="{B5029729-ADF3-3B30-4FF9-83BE1DB82BD7}"/>
          </ac:spMkLst>
        </pc:spChg>
        <pc:spChg chg="mod">
          <ac:chgData name="Andrés Sanchez-Toril Bastrygina" userId="3b03b09f-13c0-4e05-819a-d5dea8e09df8" providerId="ADAL" clId="{AB6E9420-9DA3-455F-BCF4-9F7D2E397574}" dt="2026-09-21T13:30:50.175" v="301" actId="14100"/>
          <ac:spMkLst>
            <pc:docMk/>
            <pc:sldMk cId="2815679427" sldId="294"/>
            <ac:spMk id="7" creationId="{98DE5FDA-4E91-E843-E84A-1467BFAA9986}"/>
          </ac:spMkLst>
        </pc:spChg>
        <pc:spChg chg="del">
          <ac:chgData name="Andrés Sanchez-Toril Bastrygina" userId="3b03b09f-13c0-4e05-819a-d5dea8e09df8" providerId="ADAL" clId="{AB6E9420-9DA3-455F-BCF4-9F7D2E397574}" dt="2026-09-21T13:30:27.877" v="298" actId="478"/>
          <ac:spMkLst>
            <pc:docMk/>
            <pc:sldMk cId="2815679427" sldId="294"/>
            <ac:spMk id="8" creationId="{0DA14DBA-172E-DA2C-0573-6A00BF18F4A5}"/>
          </ac:spMkLst>
        </pc:spChg>
        <pc:picChg chg="add mod">
          <ac:chgData name="Andrés Sanchez-Toril Bastrygina" userId="3b03b09f-13c0-4e05-819a-d5dea8e09df8" providerId="ADAL" clId="{AB6E9420-9DA3-455F-BCF4-9F7D2E397574}" dt="2026-09-21T13:30:25.578" v="297" actId="1076"/>
          <ac:picMkLst>
            <pc:docMk/>
            <pc:sldMk cId="2815679427" sldId="294"/>
            <ac:picMk id="5" creationId="{A254446A-9E65-2023-0769-0C1CA5CFD68D}"/>
          </ac:picMkLst>
        </pc:picChg>
        <pc:picChg chg="add mod">
          <ac:chgData name="Andrés Sanchez-Toril Bastrygina" userId="3b03b09f-13c0-4e05-819a-d5dea8e09df8" providerId="ADAL" clId="{AB6E9420-9DA3-455F-BCF4-9F7D2E397574}" dt="2026-09-21T13:30:44.386" v="300" actId="1076"/>
          <ac:picMkLst>
            <pc:docMk/>
            <pc:sldMk cId="2815679427" sldId="294"/>
            <ac:picMk id="9" creationId="{C2311135-FDD3-D3FB-AEF0-8938C79D6457}"/>
          </ac:picMkLst>
        </pc:picChg>
      </pc:sldChg>
      <pc:sldChg chg="addSp delSp modSp mod">
        <pc:chgData name="Andrés Sanchez-Toril Bastrygina" userId="3b03b09f-13c0-4e05-819a-d5dea8e09df8" providerId="ADAL" clId="{AB6E9420-9DA3-455F-BCF4-9F7D2E397574}" dt="2026-09-21T14:09:48.350" v="442" actId="1076"/>
        <pc:sldMkLst>
          <pc:docMk/>
          <pc:sldMk cId="813558068" sldId="297"/>
        </pc:sldMkLst>
        <pc:spChg chg="del mod">
          <ac:chgData name="Andrés Sanchez-Toril Bastrygina" userId="3b03b09f-13c0-4e05-819a-d5dea8e09df8" providerId="ADAL" clId="{AB6E9420-9DA3-455F-BCF4-9F7D2E397574}" dt="2026-09-21T14:09:42.437" v="441" actId="478"/>
          <ac:spMkLst>
            <pc:docMk/>
            <pc:sldMk cId="813558068" sldId="297"/>
            <ac:spMk id="2" creationId="{181326FD-308E-2C47-D5D2-57B3357241AA}"/>
          </ac:spMkLst>
        </pc:spChg>
        <pc:picChg chg="add mod">
          <ac:chgData name="Andrés Sanchez-Toril Bastrygina" userId="3b03b09f-13c0-4e05-819a-d5dea8e09df8" providerId="ADAL" clId="{AB6E9420-9DA3-455F-BCF4-9F7D2E397574}" dt="2026-09-21T14:09:48.350" v="442" actId="1076"/>
          <ac:picMkLst>
            <pc:docMk/>
            <pc:sldMk cId="813558068" sldId="297"/>
            <ac:picMk id="10" creationId="{B3E48ED4-4E21-AC36-851D-CA2CFC9DA549}"/>
          </ac:picMkLst>
        </pc:picChg>
      </pc:sldChg>
      <pc:sldChg chg="addSp delSp modSp mod">
        <pc:chgData name="Andrés Sanchez-Toril Bastrygina" userId="3b03b09f-13c0-4e05-819a-d5dea8e09df8" providerId="ADAL" clId="{AB6E9420-9DA3-455F-BCF4-9F7D2E397574}" dt="2026-09-21T13:40:20.252" v="337" actId="113"/>
        <pc:sldMkLst>
          <pc:docMk/>
          <pc:sldMk cId="2685215753" sldId="299"/>
        </pc:sldMkLst>
        <pc:spChg chg="mod">
          <ac:chgData name="Andrés Sanchez-Toril Bastrygina" userId="3b03b09f-13c0-4e05-819a-d5dea8e09df8" providerId="ADAL" clId="{AB6E9420-9DA3-455F-BCF4-9F7D2E397574}" dt="2026-09-21T13:40:20.252" v="337" actId="113"/>
          <ac:spMkLst>
            <pc:docMk/>
            <pc:sldMk cId="2685215753" sldId="299"/>
            <ac:spMk id="2" creationId="{43D7D9E5-DAC3-2BB8-7377-826863CBAD4E}"/>
          </ac:spMkLst>
        </pc:spChg>
        <pc:spChg chg="mod">
          <ac:chgData name="Andrés Sanchez-Toril Bastrygina" userId="3b03b09f-13c0-4e05-819a-d5dea8e09df8" providerId="ADAL" clId="{AB6E9420-9DA3-455F-BCF4-9F7D2E397574}" dt="2026-09-21T13:40:01.801" v="334" actId="14100"/>
          <ac:spMkLst>
            <pc:docMk/>
            <pc:sldMk cId="2685215753" sldId="299"/>
            <ac:spMk id="7" creationId="{9772491E-4FFB-FFC3-C855-72A4B15F3E73}"/>
          </ac:spMkLst>
        </pc:spChg>
        <pc:spChg chg="del">
          <ac:chgData name="Andrés Sanchez-Toril Bastrygina" userId="3b03b09f-13c0-4e05-819a-d5dea8e09df8" providerId="ADAL" clId="{AB6E9420-9DA3-455F-BCF4-9F7D2E397574}" dt="2026-09-21T13:35:46.164" v="319" actId="478"/>
          <ac:spMkLst>
            <pc:docMk/>
            <pc:sldMk cId="2685215753" sldId="299"/>
            <ac:spMk id="8" creationId="{643565A9-7DB6-D6EE-152F-2852C8BA7986}"/>
          </ac:spMkLst>
        </pc:spChg>
        <pc:picChg chg="add mod">
          <ac:chgData name="Andrés Sanchez-Toril Bastrygina" userId="3b03b09f-13c0-4e05-819a-d5dea8e09df8" providerId="ADAL" clId="{AB6E9420-9DA3-455F-BCF4-9F7D2E397574}" dt="2026-09-21T13:35:39.230" v="318" actId="1076"/>
          <ac:picMkLst>
            <pc:docMk/>
            <pc:sldMk cId="2685215753" sldId="299"/>
            <ac:picMk id="5" creationId="{8A83DC4B-D922-018C-13E0-59855C9ECF9C}"/>
          </ac:picMkLst>
        </pc:picChg>
        <pc:picChg chg="add mod">
          <ac:chgData name="Andrés Sanchez-Toril Bastrygina" userId="3b03b09f-13c0-4e05-819a-d5dea8e09df8" providerId="ADAL" clId="{AB6E9420-9DA3-455F-BCF4-9F7D2E397574}" dt="2026-09-21T13:36:01.178" v="323" actId="1076"/>
          <ac:picMkLst>
            <pc:docMk/>
            <pc:sldMk cId="2685215753" sldId="299"/>
            <ac:picMk id="9" creationId="{BDBA8C9C-FE05-4053-5D54-F4F0EB96555D}"/>
          </ac:picMkLst>
        </pc:picChg>
      </pc:sldChg>
      <pc:sldChg chg="addSp delSp modSp mod">
        <pc:chgData name="Andrés Sanchez-Toril Bastrygina" userId="3b03b09f-13c0-4e05-819a-d5dea8e09df8" providerId="ADAL" clId="{AB6E9420-9DA3-455F-BCF4-9F7D2E397574}" dt="2026-09-21T13:52:18.442" v="361" actId="20577"/>
        <pc:sldMkLst>
          <pc:docMk/>
          <pc:sldMk cId="1023731220" sldId="300"/>
        </pc:sldMkLst>
        <pc:spChg chg="mod">
          <ac:chgData name="Andrés Sanchez-Toril Bastrygina" userId="3b03b09f-13c0-4e05-819a-d5dea8e09df8" providerId="ADAL" clId="{AB6E9420-9DA3-455F-BCF4-9F7D2E397574}" dt="2026-09-21T13:52:18.442" v="361" actId="20577"/>
          <ac:spMkLst>
            <pc:docMk/>
            <pc:sldMk cId="1023731220" sldId="300"/>
            <ac:spMk id="2" creationId="{EF5B7948-A25A-9043-7061-DD15A9023924}"/>
          </ac:spMkLst>
        </pc:spChg>
        <pc:spChg chg="mod">
          <ac:chgData name="Andrés Sanchez-Toril Bastrygina" userId="3b03b09f-13c0-4e05-819a-d5dea8e09df8" providerId="ADAL" clId="{AB6E9420-9DA3-455F-BCF4-9F7D2E397574}" dt="2026-09-21T13:49:50.620" v="345" actId="14100"/>
          <ac:spMkLst>
            <pc:docMk/>
            <pc:sldMk cId="1023731220" sldId="300"/>
            <ac:spMk id="7" creationId="{C8036B97-F577-1F3C-3CE2-BD45F7D1FFC2}"/>
          </ac:spMkLst>
        </pc:spChg>
        <pc:spChg chg="del">
          <ac:chgData name="Andrés Sanchez-Toril Bastrygina" userId="3b03b09f-13c0-4e05-819a-d5dea8e09df8" providerId="ADAL" clId="{AB6E9420-9DA3-455F-BCF4-9F7D2E397574}" dt="2026-09-21T13:49:20.043" v="338" actId="478"/>
          <ac:spMkLst>
            <pc:docMk/>
            <pc:sldMk cId="1023731220" sldId="300"/>
            <ac:spMk id="8" creationId="{B0CFB20A-64F3-A296-71E8-F4FA17D35314}"/>
          </ac:spMkLst>
        </pc:spChg>
        <pc:picChg chg="add mod">
          <ac:chgData name="Andrés Sanchez-Toril Bastrygina" userId="3b03b09f-13c0-4e05-819a-d5dea8e09df8" providerId="ADAL" clId="{AB6E9420-9DA3-455F-BCF4-9F7D2E397574}" dt="2026-09-21T13:49:26.800" v="342" actId="14100"/>
          <ac:picMkLst>
            <pc:docMk/>
            <pc:sldMk cId="1023731220" sldId="300"/>
            <ac:picMk id="5" creationId="{DCDFA26C-7F86-D2F9-CB72-A26C137CD795}"/>
          </ac:picMkLst>
        </pc:picChg>
        <pc:picChg chg="add mod">
          <ac:chgData name="Andrés Sanchez-Toril Bastrygina" userId="3b03b09f-13c0-4e05-819a-d5dea8e09df8" providerId="ADAL" clId="{AB6E9420-9DA3-455F-BCF4-9F7D2E397574}" dt="2026-09-21T13:49:48.360" v="344" actId="1076"/>
          <ac:picMkLst>
            <pc:docMk/>
            <pc:sldMk cId="1023731220" sldId="300"/>
            <ac:picMk id="9" creationId="{4E46B90E-5EDC-334D-9D6B-91E92DD68571}"/>
          </ac:picMkLst>
        </pc:picChg>
      </pc:sldChg>
      <pc:sldChg chg="addSp delSp modSp mod">
        <pc:chgData name="Andrés Sanchez-Toril Bastrygina" userId="3b03b09f-13c0-4e05-819a-d5dea8e09df8" providerId="ADAL" clId="{AB6E9420-9DA3-455F-BCF4-9F7D2E397574}" dt="2026-09-21T14:01:40.803" v="414" actId="20577"/>
        <pc:sldMkLst>
          <pc:docMk/>
          <pc:sldMk cId="699864314" sldId="301"/>
        </pc:sldMkLst>
        <pc:spChg chg="mod">
          <ac:chgData name="Andrés Sanchez-Toril Bastrygina" userId="3b03b09f-13c0-4e05-819a-d5dea8e09df8" providerId="ADAL" clId="{AB6E9420-9DA3-455F-BCF4-9F7D2E397574}" dt="2026-09-21T14:01:40.803" v="414" actId="20577"/>
          <ac:spMkLst>
            <pc:docMk/>
            <pc:sldMk cId="699864314" sldId="301"/>
            <ac:spMk id="2" creationId="{42D73A2E-0E5A-8A39-6B70-F9E94D6DBB70}"/>
          </ac:spMkLst>
        </pc:spChg>
        <pc:spChg chg="add del">
          <ac:chgData name="Andrés Sanchez-Toril Bastrygina" userId="3b03b09f-13c0-4e05-819a-d5dea8e09df8" providerId="ADAL" clId="{AB6E9420-9DA3-455F-BCF4-9F7D2E397574}" dt="2026-09-21T13:55:18.687" v="364" actId="22"/>
          <ac:spMkLst>
            <pc:docMk/>
            <pc:sldMk cId="699864314" sldId="301"/>
            <ac:spMk id="5" creationId="{3E434F60-7BD2-07D7-A8E6-3CED9F25C63F}"/>
          </ac:spMkLst>
        </pc:spChg>
        <pc:spChg chg="mod">
          <ac:chgData name="Andrés Sanchez-Toril Bastrygina" userId="3b03b09f-13c0-4e05-819a-d5dea8e09df8" providerId="ADAL" clId="{AB6E9420-9DA3-455F-BCF4-9F7D2E397574}" dt="2026-09-21T13:59:23.039" v="385" actId="14100"/>
          <ac:spMkLst>
            <pc:docMk/>
            <pc:sldMk cId="699864314" sldId="301"/>
            <ac:spMk id="7" creationId="{AFB86587-21D4-5A33-7D00-DDF170C919BA}"/>
          </ac:spMkLst>
        </pc:spChg>
        <pc:spChg chg="del">
          <ac:chgData name="Andrés Sanchez-Toril Bastrygina" userId="3b03b09f-13c0-4e05-819a-d5dea8e09df8" providerId="ADAL" clId="{AB6E9420-9DA3-455F-BCF4-9F7D2E397574}" dt="2026-09-21T13:55:17.198" v="362" actId="478"/>
          <ac:spMkLst>
            <pc:docMk/>
            <pc:sldMk cId="699864314" sldId="301"/>
            <ac:spMk id="8" creationId="{C3506757-32B7-9151-DA89-AADDB7F7D093}"/>
          </ac:spMkLst>
        </pc:spChg>
        <pc:picChg chg="add mod">
          <ac:chgData name="Andrés Sanchez-Toril Bastrygina" userId="3b03b09f-13c0-4e05-819a-d5dea8e09df8" providerId="ADAL" clId="{AB6E9420-9DA3-455F-BCF4-9F7D2E397574}" dt="2026-09-21T13:59:12.303" v="381" actId="14100"/>
          <ac:picMkLst>
            <pc:docMk/>
            <pc:sldMk cId="699864314" sldId="301"/>
            <ac:picMk id="9" creationId="{F05A09CA-1DE5-6F8D-5496-BBAB5AD92456}"/>
          </ac:picMkLst>
        </pc:picChg>
        <pc:picChg chg="add mod">
          <ac:chgData name="Andrés Sanchez-Toril Bastrygina" userId="3b03b09f-13c0-4e05-819a-d5dea8e09df8" providerId="ADAL" clId="{AB6E9420-9DA3-455F-BCF4-9F7D2E397574}" dt="2026-09-21T13:59:16.117" v="383" actId="1076"/>
          <ac:picMkLst>
            <pc:docMk/>
            <pc:sldMk cId="699864314" sldId="301"/>
            <ac:picMk id="11" creationId="{2A4BD70D-D667-FCAF-367B-3B8411FC152A}"/>
          </ac:picMkLst>
        </pc:picChg>
      </pc:sldChg>
      <pc:sldChg chg="modSp mod">
        <pc:chgData name="Andrés Sanchez-Toril Bastrygina" userId="3b03b09f-13c0-4e05-819a-d5dea8e09df8" providerId="ADAL" clId="{AB6E9420-9DA3-455F-BCF4-9F7D2E397574}" dt="2026-09-21T12:23:54.428" v="13" actId="20577"/>
        <pc:sldMkLst>
          <pc:docMk/>
          <pc:sldMk cId="3663624071" sldId="302"/>
        </pc:sldMkLst>
        <pc:spChg chg="mod">
          <ac:chgData name="Andrés Sanchez-Toril Bastrygina" userId="3b03b09f-13c0-4e05-819a-d5dea8e09df8" providerId="ADAL" clId="{AB6E9420-9DA3-455F-BCF4-9F7D2E397574}" dt="2026-09-21T12:23:54.428" v="13" actId="20577"/>
          <ac:spMkLst>
            <pc:docMk/>
            <pc:sldMk cId="3663624071" sldId="302"/>
            <ac:spMk id="2" creationId="{CA5F0FDF-2A95-453B-4ECA-AEB637FF2694}"/>
          </ac:spMkLst>
        </pc:spChg>
      </pc:sldChg>
      <pc:sldChg chg="addSp delSp modSp mod">
        <pc:chgData name="Andrés Sanchez-Toril Bastrygina" userId="3b03b09f-13c0-4e05-819a-d5dea8e09df8" providerId="ADAL" clId="{AB6E9420-9DA3-455F-BCF4-9F7D2E397574}" dt="2026-09-21T12:36:02.521" v="199" actId="20577"/>
        <pc:sldMkLst>
          <pc:docMk/>
          <pc:sldMk cId="1558326841" sldId="303"/>
        </pc:sldMkLst>
        <pc:spChg chg="del">
          <ac:chgData name="Andrés Sanchez-Toril Bastrygina" userId="3b03b09f-13c0-4e05-819a-d5dea8e09df8" providerId="ADAL" clId="{AB6E9420-9DA3-455F-BCF4-9F7D2E397574}" dt="2026-09-21T12:24:25.750" v="17" actId="478"/>
          <ac:spMkLst>
            <pc:docMk/>
            <pc:sldMk cId="1558326841" sldId="303"/>
            <ac:spMk id="2" creationId="{82A62DD6-5488-72A1-9926-0CAEE59089A9}"/>
          </ac:spMkLst>
        </pc:spChg>
        <pc:spChg chg="mod">
          <ac:chgData name="Andrés Sanchez-Toril Bastrygina" userId="3b03b09f-13c0-4e05-819a-d5dea8e09df8" providerId="ADAL" clId="{AB6E9420-9DA3-455F-BCF4-9F7D2E397574}" dt="2026-09-21T12:24:31.176" v="18" actId="14100"/>
          <ac:spMkLst>
            <pc:docMk/>
            <pc:sldMk cId="1558326841" sldId="303"/>
            <ac:spMk id="7" creationId="{FBC7D187-267A-ADD4-764C-D3820B8ED302}"/>
          </ac:spMkLst>
        </pc:spChg>
        <pc:spChg chg="del">
          <ac:chgData name="Andrés Sanchez-Toril Bastrygina" userId="3b03b09f-13c0-4e05-819a-d5dea8e09df8" providerId="ADAL" clId="{AB6E9420-9DA3-455F-BCF4-9F7D2E397574}" dt="2026-09-21T12:26:09.380" v="33" actId="478"/>
          <ac:spMkLst>
            <pc:docMk/>
            <pc:sldMk cId="1558326841" sldId="303"/>
            <ac:spMk id="8" creationId="{1EF5BFDA-8EC1-8C73-A932-F36C4DB93C73}"/>
          </ac:spMkLst>
        </pc:spChg>
        <pc:spChg chg="add mod">
          <ac:chgData name="Andrés Sanchez-Toril Bastrygina" userId="3b03b09f-13c0-4e05-819a-d5dea8e09df8" providerId="ADAL" clId="{AB6E9420-9DA3-455F-BCF4-9F7D2E397574}" dt="2026-09-21T12:31:55.601" v="121" actId="1076"/>
          <ac:spMkLst>
            <pc:docMk/>
            <pc:sldMk cId="1558326841" sldId="303"/>
            <ac:spMk id="37" creationId="{875685A4-0734-2CA5-6341-A302258A6ADB}"/>
          </ac:spMkLst>
        </pc:spChg>
        <pc:spChg chg="add mod">
          <ac:chgData name="Andrés Sanchez-Toril Bastrygina" userId="3b03b09f-13c0-4e05-819a-d5dea8e09df8" providerId="ADAL" clId="{AB6E9420-9DA3-455F-BCF4-9F7D2E397574}" dt="2026-09-21T12:32:11.034" v="125" actId="20577"/>
          <ac:spMkLst>
            <pc:docMk/>
            <pc:sldMk cId="1558326841" sldId="303"/>
            <ac:spMk id="39" creationId="{0E4BCBB1-AD36-531D-999B-564A9E074874}"/>
          </ac:spMkLst>
        </pc:spChg>
        <pc:spChg chg="add mod">
          <ac:chgData name="Andrés Sanchez-Toril Bastrygina" userId="3b03b09f-13c0-4e05-819a-d5dea8e09df8" providerId="ADAL" clId="{AB6E9420-9DA3-455F-BCF4-9F7D2E397574}" dt="2026-09-21T12:32:25.825" v="129" actId="1076"/>
          <ac:spMkLst>
            <pc:docMk/>
            <pc:sldMk cId="1558326841" sldId="303"/>
            <ac:spMk id="41" creationId="{3267A91F-6A1D-2A22-9704-D518A6F73AC2}"/>
          </ac:spMkLst>
        </pc:spChg>
        <pc:spChg chg="add mod">
          <ac:chgData name="Andrés Sanchez-Toril Bastrygina" userId="3b03b09f-13c0-4e05-819a-d5dea8e09df8" providerId="ADAL" clId="{AB6E9420-9DA3-455F-BCF4-9F7D2E397574}" dt="2026-09-21T12:32:34.378" v="133" actId="20577"/>
          <ac:spMkLst>
            <pc:docMk/>
            <pc:sldMk cId="1558326841" sldId="303"/>
            <ac:spMk id="43" creationId="{9C1FF361-A55A-0220-AB49-78A3F06B06C9}"/>
          </ac:spMkLst>
        </pc:spChg>
        <pc:spChg chg="add mod">
          <ac:chgData name="Andrés Sanchez-Toril Bastrygina" userId="3b03b09f-13c0-4e05-819a-d5dea8e09df8" providerId="ADAL" clId="{AB6E9420-9DA3-455F-BCF4-9F7D2E397574}" dt="2026-09-21T12:33:08.454" v="150" actId="1036"/>
          <ac:spMkLst>
            <pc:docMk/>
            <pc:sldMk cId="1558326841" sldId="303"/>
            <ac:spMk id="45" creationId="{B7BBED64-F987-B43C-88B4-38A44E50A7A9}"/>
          </ac:spMkLst>
        </pc:spChg>
        <pc:spChg chg="add mod">
          <ac:chgData name="Andrés Sanchez-Toril Bastrygina" userId="3b03b09f-13c0-4e05-819a-d5dea8e09df8" providerId="ADAL" clId="{AB6E9420-9DA3-455F-BCF4-9F7D2E397574}" dt="2026-09-21T12:33:16.710" v="154" actId="1035"/>
          <ac:spMkLst>
            <pc:docMk/>
            <pc:sldMk cId="1558326841" sldId="303"/>
            <ac:spMk id="47" creationId="{DA22BDCC-FF77-EAD7-704C-FF6647F397FA}"/>
          </ac:spMkLst>
        </pc:spChg>
        <pc:spChg chg="add mod">
          <ac:chgData name="Andrés Sanchez-Toril Bastrygina" userId="3b03b09f-13c0-4e05-819a-d5dea8e09df8" providerId="ADAL" clId="{AB6E9420-9DA3-455F-BCF4-9F7D2E397574}" dt="2026-09-21T12:34:34.717" v="176" actId="20577"/>
          <ac:spMkLst>
            <pc:docMk/>
            <pc:sldMk cId="1558326841" sldId="303"/>
            <ac:spMk id="55" creationId="{443D0437-05E9-6256-25FE-330D3F28C421}"/>
          </ac:spMkLst>
        </pc:spChg>
        <pc:spChg chg="add mod">
          <ac:chgData name="Andrés Sanchez-Toril Bastrygina" userId="3b03b09f-13c0-4e05-819a-d5dea8e09df8" providerId="ADAL" clId="{AB6E9420-9DA3-455F-BCF4-9F7D2E397574}" dt="2026-09-21T12:36:02.521" v="199" actId="20577"/>
          <ac:spMkLst>
            <pc:docMk/>
            <pc:sldMk cId="1558326841" sldId="303"/>
            <ac:spMk id="61" creationId="{F8144C55-13FE-55C7-5C25-984BCFDC9B8D}"/>
          </ac:spMkLst>
        </pc:spChg>
        <pc:picChg chg="add del mod">
          <ac:chgData name="Andrés Sanchez-Toril Bastrygina" userId="3b03b09f-13c0-4e05-819a-d5dea8e09df8" providerId="ADAL" clId="{AB6E9420-9DA3-455F-BCF4-9F7D2E397574}" dt="2026-09-21T12:29:03.186" v="69" actId="478"/>
          <ac:picMkLst>
            <pc:docMk/>
            <pc:sldMk cId="1558326841" sldId="303"/>
            <ac:picMk id="5" creationId="{198BE227-CDB1-BCE8-9EE2-9D32A110C5FE}"/>
          </ac:picMkLst>
        </pc:picChg>
        <pc:picChg chg="add del mod">
          <ac:chgData name="Andrés Sanchez-Toril Bastrygina" userId="3b03b09f-13c0-4e05-819a-d5dea8e09df8" providerId="ADAL" clId="{AB6E9420-9DA3-455F-BCF4-9F7D2E397574}" dt="2026-09-21T12:29:01.524" v="67" actId="478"/>
          <ac:picMkLst>
            <pc:docMk/>
            <pc:sldMk cId="1558326841" sldId="303"/>
            <ac:picMk id="9" creationId="{0158038E-67B9-D953-4D55-5AD86CEEFE36}"/>
          </ac:picMkLst>
        </pc:picChg>
        <pc:picChg chg="add del mod">
          <ac:chgData name="Andrés Sanchez-Toril Bastrygina" userId="3b03b09f-13c0-4e05-819a-d5dea8e09df8" providerId="ADAL" clId="{AB6E9420-9DA3-455F-BCF4-9F7D2E397574}" dt="2026-09-21T12:29:02.235" v="68" actId="478"/>
          <ac:picMkLst>
            <pc:docMk/>
            <pc:sldMk cId="1558326841" sldId="303"/>
            <ac:picMk id="11" creationId="{7009EC53-6AE9-BDC5-72E8-D1CB16F8ED21}"/>
          </ac:picMkLst>
        </pc:picChg>
        <pc:picChg chg="add mod">
          <ac:chgData name="Andrés Sanchez-Toril Bastrygina" userId="3b03b09f-13c0-4e05-819a-d5dea8e09df8" providerId="ADAL" clId="{AB6E9420-9DA3-455F-BCF4-9F7D2E397574}" dt="2026-09-21T12:29:30.737" v="75" actId="14100"/>
          <ac:picMkLst>
            <pc:docMk/>
            <pc:sldMk cId="1558326841" sldId="303"/>
            <ac:picMk id="13" creationId="{8075B616-CDCD-F6F6-6B2B-03A47C280ABF}"/>
          </ac:picMkLst>
        </pc:picChg>
        <pc:picChg chg="add mod">
          <ac:chgData name="Andrés Sanchez-Toril Bastrygina" userId="3b03b09f-13c0-4e05-819a-d5dea8e09df8" providerId="ADAL" clId="{AB6E9420-9DA3-455F-BCF4-9F7D2E397574}" dt="2026-09-21T12:26:23.574" v="37" actId="1076"/>
          <ac:picMkLst>
            <pc:docMk/>
            <pc:sldMk cId="1558326841" sldId="303"/>
            <ac:picMk id="15" creationId="{10CB11AE-7F13-69FB-B447-F4BEC60F7DE4}"/>
          </ac:picMkLst>
        </pc:picChg>
        <pc:picChg chg="add mod">
          <ac:chgData name="Andrés Sanchez-Toril Bastrygina" userId="3b03b09f-13c0-4e05-819a-d5dea8e09df8" providerId="ADAL" clId="{AB6E9420-9DA3-455F-BCF4-9F7D2E397574}" dt="2026-09-21T12:31:06.341" v="98" actId="14100"/>
          <ac:picMkLst>
            <pc:docMk/>
            <pc:sldMk cId="1558326841" sldId="303"/>
            <ac:picMk id="18" creationId="{57B45CF9-35FD-3FC7-AC4E-93724F059E02}"/>
          </ac:picMkLst>
        </pc:picChg>
        <pc:picChg chg="add mod">
          <ac:chgData name="Andrés Sanchez-Toril Bastrygina" userId="3b03b09f-13c0-4e05-819a-d5dea8e09df8" providerId="ADAL" clId="{AB6E9420-9DA3-455F-BCF4-9F7D2E397574}" dt="2026-09-21T12:27:15.477" v="47" actId="1076"/>
          <ac:picMkLst>
            <pc:docMk/>
            <pc:sldMk cId="1558326841" sldId="303"/>
            <ac:picMk id="20" creationId="{703D8BA6-C3E1-C041-DDB8-EA165C516A3E}"/>
          </ac:picMkLst>
        </pc:picChg>
        <pc:picChg chg="add mod">
          <ac:chgData name="Andrés Sanchez-Toril Bastrygina" userId="3b03b09f-13c0-4e05-819a-d5dea8e09df8" providerId="ADAL" clId="{AB6E9420-9DA3-455F-BCF4-9F7D2E397574}" dt="2026-09-21T12:30:58.282" v="94" actId="1036"/>
          <ac:picMkLst>
            <pc:docMk/>
            <pc:sldMk cId="1558326841" sldId="303"/>
            <ac:picMk id="22" creationId="{A4274C37-F26E-7B54-0001-D750F25C8EAE}"/>
          </ac:picMkLst>
        </pc:picChg>
        <pc:picChg chg="add mod">
          <ac:chgData name="Andrés Sanchez-Toril Bastrygina" userId="3b03b09f-13c0-4e05-819a-d5dea8e09df8" providerId="ADAL" clId="{AB6E9420-9DA3-455F-BCF4-9F7D2E397574}" dt="2026-09-21T12:27:58.563" v="55" actId="1076"/>
          <ac:picMkLst>
            <pc:docMk/>
            <pc:sldMk cId="1558326841" sldId="303"/>
            <ac:picMk id="24" creationId="{BCADB382-46AF-5090-1863-3612103F4D9F}"/>
          </ac:picMkLst>
        </pc:picChg>
        <pc:picChg chg="add mod">
          <ac:chgData name="Andrés Sanchez-Toril Bastrygina" userId="3b03b09f-13c0-4e05-819a-d5dea8e09df8" providerId="ADAL" clId="{AB6E9420-9DA3-455F-BCF4-9F7D2E397574}" dt="2026-09-21T12:31:14.240" v="105" actId="1036"/>
          <ac:picMkLst>
            <pc:docMk/>
            <pc:sldMk cId="1558326841" sldId="303"/>
            <ac:picMk id="26" creationId="{746D2F2B-EED8-F692-E288-968B44E2333C}"/>
          </ac:picMkLst>
        </pc:picChg>
        <pc:picChg chg="add mod">
          <ac:chgData name="Andrés Sanchez-Toril Bastrygina" userId="3b03b09f-13c0-4e05-819a-d5dea8e09df8" providerId="ADAL" clId="{AB6E9420-9DA3-455F-BCF4-9F7D2E397574}" dt="2026-09-21T12:28:51.697" v="66" actId="1076"/>
          <ac:picMkLst>
            <pc:docMk/>
            <pc:sldMk cId="1558326841" sldId="303"/>
            <ac:picMk id="28" creationId="{C1BAB1E1-A123-3567-E337-403637676807}"/>
          </ac:picMkLst>
        </pc:picChg>
        <pc:picChg chg="add mod">
          <ac:chgData name="Andrés Sanchez-Toril Bastrygina" userId="3b03b09f-13c0-4e05-819a-d5dea8e09df8" providerId="ADAL" clId="{AB6E9420-9DA3-455F-BCF4-9F7D2E397574}" dt="2026-09-21T12:31:00.305" v="97" actId="1035"/>
          <ac:picMkLst>
            <pc:docMk/>
            <pc:sldMk cId="1558326841" sldId="303"/>
            <ac:picMk id="30" creationId="{5E9F607F-26CD-346F-F1FA-E662CC06EBE8}"/>
          </ac:picMkLst>
        </pc:picChg>
        <pc:picChg chg="add mod">
          <ac:chgData name="Andrés Sanchez-Toril Bastrygina" userId="3b03b09f-13c0-4e05-819a-d5dea8e09df8" providerId="ADAL" clId="{AB6E9420-9DA3-455F-BCF4-9F7D2E397574}" dt="2026-09-21T12:33:10.495" v="152" actId="1035"/>
          <ac:picMkLst>
            <pc:docMk/>
            <pc:sldMk cId="1558326841" sldId="303"/>
            <ac:picMk id="32" creationId="{5E85AA60-257F-4938-1FF7-DA17D8302D87}"/>
          </ac:picMkLst>
        </pc:picChg>
        <pc:picChg chg="add mod">
          <ac:chgData name="Andrés Sanchez-Toril Bastrygina" userId="3b03b09f-13c0-4e05-819a-d5dea8e09df8" providerId="ADAL" clId="{AB6E9420-9DA3-455F-BCF4-9F7D2E397574}" dt="2026-09-21T12:31:16.180" v="109" actId="1035"/>
          <ac:picMkLst>
            <pc:docMk/>
            <pc:sldMk cId="1558326841" sldId="303"/>
            <ac:picMk id="34" creationId="{299C2838-C852-6E54-7CD2-9CFE257114AD}"/>
          </ac:picMkLst>
        </pc:picChg>
        <pc:picChg chg="add mod">
          <ac:chgData name="Andrés Sanchez-Toril Bastrygina" userId="3b03b09f-13c0-4e05-819a-d5dea8e09df8" providerId="ADAL" clId="{AB6E9420-9DA3-455F-BCF4-9F7D2E397574}" dt="2026-09-21T12:33:17.769" v="156" actId="1035"/>
          <ac:picMkLst>
            <pc:docMk/>
            <pc:sldMk cId="1558326841" sldId="303"/>
            <ac:picMk id="36" creationId="{A0FEF864-912F-8BDD-25EF-13F5270845A7}"/>
          </ac:picMkLst>
        </pc:picChg>
        <pc:picChg chg="add mod">
          <ac:chgData name="Andrés Sanchez-Toril Bastrygina" userId="3b03b09f-13c0-4e05-819a-d5dea8e09df8" providerId="ADAL" clId="{AB6E9420-9DA3-455F-BCF4-9F7D2E397574}" dt="2026-09-21T12:33:53.844" v="163" actId="1035"/>
          <ac:picMkLst>
            <pc:docMk/>
            <pc:sldMk cId="1558326841" sldId="303"/>
            <ac:picMk id="49" creationId="{11B03741-1CD5-15C8-B04D-21088F19B4CC}"/>
          </ac:picMkLst>
        </pc:picChg>
        <pc:picChg chg="add mod">
          <ac:chgData name="Andrés Sanchez-Toril Bastrygina" userId="3b03b09f-13c0-4e05-819a-d5dea8e09df8" providerId="ADAL" clId="{AB6E9420-9DA3-455F-BCF4-9F7D2E397574}" dt="2026-09-21T12:34:14.966" v="170" actId="1076"/>
          <ac:picMkLst>
            <pc:docMk/>
            <pc:sldMk cId="1558326841" sldId="303"/>
            <ac:picMk id="51" creationId="{E5FA5973-C4D5-8337-6472-C68001D5F732}"/>
          </ac:picMkLst>
        </pc:picChg>
        <pc:picChg chg="add del">
          <ac:chgData name="Andrés Sanchez-Toril Bastrygina" userId="3b03b09f-13c0-4e05-819a-d5dea8e09df8" providerId="ADAL" clId="{AB6E9420-9DA3-455F-BCF4-9F7D2E397574}" dt="2026-09-21T12:34:21.015" v="172" actId="22"/>
          <ac:picMkLst>
            <pc:docMk/>
            <pc:sldMk cId="1558326841" sldId="303"/>
            <ac:picMk id="53" creationId="{C132811A-C0FB-8245-9536-43A91B528C84}"/>
          </ac:picMkLst>
        </pc:picChg>
        <pc:picChg chg="add mod">
          <ac:chgData name="Andrés Sanchez-Toril Bastrygina" userId="3b03b09f-13c0-4e05-819a-d5dea8e09df8" providerId="ADAL" clId="{AB6E9420-9DA3-455F-BCF4-9F7D2E397574}" dt="2026-09-21T12:35:13.932" v="185" actId="14100"/>
          <ac:picMkLst>
            <pc:docMk/>
            <pc:sldMk cId="1558326841" sldId="303"/>
            <ac:picMk id="57" creationId="{D0883C21-DB10-5266-F967-5411997441BA}"/>
          </ac:picMkLst>
        </pc:picChg>
        <pc:picChg chg="add mod">
          <ac:chgData name="Andrés Sanchez-Toril Bastrygina" userId="3b03b09f-13c0-4e05-819a-d5dea8e09df8" providerId="ADAL" clId="{AB6E9420-9DA3-455F-BCF4-9F7D2E397574}" dt="2026-09-21T12:35:44.820" v="195" actId="1036"/>
          <ac:picMkLst>
            <pc:docMk/>
            <pc:sldMk cId="1558326841" sldId="303"/>
            <ac:picMk id="59" creationId="{4A868D22-ACFF-E5B5-9859-AAB746B11749}"/>
          </ac:picMkLst>
        </pc:picChg>
      </pc:sldChg>
      <pc:sldChg chg="addSp delSp modSp add mod">
        <pc:chgData name="Andrés Sanchez-Toril Bastrygina" userId="3b03b09f-13c0-4e05-819a-d5dea8e09df8" providerId="ADAL" clId="{AB6E9420-9DA3-455F-BCF4-9F7D2E397574}" dt="2026-09-21T12:52:58.143" v="292" actId="20577"/>
        <pc:sldMkLst>
          <pc:docMk/>
          <pc:sldMk cId="2681323592" sldId="304"/>
        </pc:sldMkLst>
        <pc:spChg chg="mod">
          <ac:chgData name="Andrés Sanchez-Toril Bastrygina" userId="3b03b09f-13c0-4e05-819a-d5dea8e09df8" providerId="ADAL" clId="{AB6E9420-9DA3-455F-BCF4-9F7D2E397574}" dt="2026-09-21T12:52:58.143" v="292" actId="20577"/>
          <ac:spMkLst>
            <pc:docMk/>
            <pc:sldMk cId="2681323592" sldId="304"/>
            <ac:spMk id="2" creationId="{B6D8B529-EC39-AF8D-1E96-F6CABFA30C47}"/>
          </ac:spMkLst>
        </pc:spChg>
        <pc:spChg chg="add mod">
          <ac:chgData name="Andrés Sanchez-Toril Bastrygina" userId="3b03b09f-13c0-4e05-819a-d5dea8e09df8" providerId="ADAL" clId="{AB6E9420-9DA3-455F-BCF4-9F7D2E397574}" dt="2026-09-21T12:51:31.128" v="270" actId="1035"/>
          <ac:spMkLst>
            <pc:docMk/>
            <pc:sldMk cId="2681323592" sldId="304"/>
            <ac:spMk id="6" creationId="{8CBBBC15-7AEC-5FF0-97B3-932FEC114262}"/>
          </ac:spMkLst>
        </pc:spChg>
        <pc:spChg chg="mod">
          <ac:chgData name="Andrés Sanchez-Toril Bastrygina" userId="3b03b09f-13c0-4e05-819a-d5dea8e09df8" providerId="ADAL" clId="{AB6E9420-9DA3-455F-BCF4-9F7D2E397574}" dt="2026-09-21T12:51:46.152" v="273" actId="14100"/>
          <ac:spMkLst>
            <pc:docMk/>
            <pc:sldMk cId="2681323592" sldId="304"/>
            <ac:spMk id="7" creationId="{6DAF9A7E-A176-603A-DF37-FE4EA588A712}"/>
          </ac:spMkLst>
        </pc:spChg>
        <pc:spChg chg="del">
          <ac:chgData name="Andrés Sanchez-Toril Bastrygina" userId="3b03b09f-13c0-4e05-819a-d5dea8e09df8" providerId="ADAL" clId="{AB6E9420-9DA3-455F-BCF4-9F7D2E397574}" dt="2026-09-21T12:36:18.542" v="201" actId="478"/>
          <ac:spMkLst>
            <pc:docMk/>
            <pc:sldMk cId="2681323592" sldId="304"/>
            <ac:spMk id="8" creationId="{7B0FB8F7-236B-D497-9268-B145DF4D9FC5}"/>
          </ac:spMkLst>
        </pc:spChg>
        <pc:spChg chg="add mod">
          <ac:chgData name="Andrés Sanchez-Toril Bastrygina" userId="3b03b09f-13c0-4e05-819a-d5dea8e09df8" providerId="ADAL" clId="{AB6E9420-9DA3-455F-BCF4-9F7D2E397574}" dt="2026-09-21T12:51:41.656" v="272" actId="1076"/>
          <ac:spMkLst>
            <pc:docMk/>
            <pc:sldMk cId="2681323592" sldId="304"/>
            <ac:spMk id="10" creationId="{300D1B20-8706-EDC9-1616-E7E6A12F3226}"/>
          </ac:spMkLst>
        </pc:spChg>
        <pc:spChg chg="add mod">
          <ac:chgData name="Andrés Sanchez-Toril Bastrygina" userId="3b03b09f-13c0-4e05-819a-d5dea8e09df8" providerId="ADAL" clId="{AB6E9420-9DA3-455F-BCF4-9F7D2E397574}" dt="2026-09-21T12:51:31.128" v="270" actId="1035"/>
          <ac:spMkLst>
            <pc:docMk/>
            <pc:sldMk cId="2681323592" sldId="304"/>
            <ac:spMk id="12" creationId="{92579AA9-5D48-5207-0CBC-17EB9982F68C}"/>
          </ac:spMkLst>
        </pc:spChg>
        <pc:spChg chg="del">
          <ac:chgData name="Andrés Sanchez-Toril Bastrygina" userId="3b03b09f-13c0-4e05-819a-d5dea8e09df8" providerId="ADAL" clId="{AB6E9420-9DA3-455F-BCF4-9F7D2E397574}" dt="2026-09-21T12:51:01.482" v="247" actId="478"/>
          <ac:spMkLst>
            <pc:docMk/>
            <pc:sldMk cId="2681323592" sldId="304"/>
            <ac:spMk id="16" creationId="{68F97D35-1F1D-D744-0D6E-BD55E491633F}"/>
          </ac:spMkLst>
        </pc:spChg>
        <pc:spChg chg="add del mod">
          <ac:chgData name="Andrés Sanchez-Toril Bastrygina" userId="3b03b09f-13c0-4e05-819a-d5dea8e09df8" providerId="ADAL" clId="{AB6E9420-9DA3-455F-BCF4-9F7D2E397574}" dt="2026-09-21T12:51:24.862" v="254" actId="21"/>
          <ac:spMkLst>
            <pc:docMk/>
            <pc:sldMk cId="2681323592" sldId="304"/>
            <ac:spMk id="27" creationId="{A6A0EA67-0959-C80F-FFE3-DE46B13C72A7}"/>
          </ac:spMkLst>
        </pc:spChg>
        <pc:picChg chg="del">
          <ac:chgData name="Andrés Sanchez-Toril Bastrygina" userId="3b03b09f-13c0-4e05-819a-d5dea8e09df8" providerId="ADAL" clId="{AB6E9420-9DA3-455F-BCF4-9F7D2E397574}" dt="2026-09-21T12:36:08.507" v="200" actId="478"/>
          <ac:picMkLst>
            <pc:docMk/>
            <pc:sldMk cId="2681323592" sldId="304"/>
            <ac:picMk id="5" creationId="{7DB455D3-0E00-E07D-F1A9-C3513ADB787C}"/>
          </ac:picMkLst>
        </pc:picChg>
        <pc:picChg chg="add mod">
          <ac:chgData name="Andrés Sanchez-Toril Bastrygina" userId="3b03b09f-13c0-4e05-819a-d5dea8e09df8" providerId="ADAL" clId="{AB6E9420-9DA3-455F-BCF4-9F7D2E397574}" dt="2026-09-21T12:51:31.128" v="270" actId="1035"/>
          <ac:picMkLst>
            <pc:docMk/>
            <pc:sldMk cId="2681323592" sldId="304"/>
            <ac:picMk id="14" creationId="{235D86DD-2AEE-0D3E-9C4F-26BEB9C5B640}"/>
          </ac:picMkLst>
        </pc:picChg>
        <pc:picChg chg="add mod">
          <ac:chgData name="Andrés Sanchez-Toril Bastrygina" userId="3b03b09f-13c0-4e05-819a-d5dea8e09df8" providerId="ADAL" clId="{AB6E9420-9DA3-455F-BCF4-9F7D2E397574}" dt="2026-09-21T12:51:31.128" v="270" actId="1035"/>
          <ac:picMkLst>
            <pc:docMk/>
            <pc:sldMk cId="2681323592" sldId="304"/>
            <ac:picMk id="17" creationId="{00EE4D26-1E07-542B-E65C-F490FD7ABDAF}"/>
          </ac:picMkLst>
        </pc:picChg>
        <pc:picChg chg="add mod">
          <ac:chgData name="Andrés Sanchez-Toril Bastrygina" userId="3b03b09f-13c0-4e05-819a-d5dea8e09df8" providerId="ADAL" clId="{AB6E9420-9DA3-455F-BCF4-9F7D2E397574}" dt="2026-09-21T12:51:31.128" v="270" actId="1035"/>
          <ac:picMkLst>
            <pc:docMk/>
            <pc:sldMk cId="2681323592" sldId="304"/>
            <ac:picMk id="19" creationId="{46A84B2E-4191-7ADA-6B1A-97F403A54586}"/>
          </ac:picMkLst>
        </pc:picChg>
        <pc:picChg chg="add mod">
          <ac:chgData name="Andrés Sanchez-Toril Bastrygina" userId="3b03b09f-13c0-4e05-819a-d5dea8e09df8" providerId="ADAL" clId="{AB6E9420-9DA3-455F-BCF4-9F7D2E397574}" dt="2026-09-21T12:51:31.128" v="270" actId="1035"/>
          <ac:picMkLst>
            <pc:docMk/>
            <pc:sldMk cId="2681323592" sldId="304"/>
            <ac:picMk id="21" creationId="{E8D110BC-A530-7959-2275-C274CFA3A2F8}"/>
          </ac:picMkLst>
        </pc:picChg>
        <pc:picChg chg="add mod">
          <ac:chgData name="Andrés Sanchez-Toril Bastrygina" userId="3b03b09f-13c0-4e05-819a-d5dea8e09df8" providerId="ADAL" clId="{AB6E9420-9DA3-455F-BCF4-9F7D2E397574}" dt="2026-09-21T12:51:31.128" v="270" actId="1035"/>
          <ac:picMkLst>
            <pc:docMk/>
            <pc:sldMk cId="2681323592" sldId="304"/>
            <ac:picMk id="23" creationId="{305F68BD-C90A-625E-A980-C8807682AD7E}"/>
          </ac:picMkLst>
        </pc:picChg>
        <pc:picChg chg="add mod">
          <ac:chgData name="Andrés Sanchez-Toril Bastrygina" userId="3b03b09f-13c0-4e05-819a-d5dea8e09df8" providerId="ADAL" clId="{AB6E9420-9DA3-455F-BCF4-9F7D2E397574}" dt="2026-09-21T12:51:49.258" v="280" actId="1035"/>
          <ac:picMkLst>
            <pc:docMk/>
            <pc:sldMk cId="2681323592" sldId="304"/>
            <ac:picMk id="25" creationId="{C6AA0AD6-C2BB-78AD-28A4-37EDFA21B48D}"/>
          </ac:picMkLst>
        </pc:picChg>
      </pc:sldChg>
      <pc:sldChg chg="delSp modSp add mod">
        <pc:chgData name="Andrés Sanchez-Toril Bastrygina" userId="3b03b09f-13c0-4e05-819a-d5dea8e09df8" providerId="ADAL" clId="{AB6E9420-9DA3-455F-BCF4-9F7D2E397574}" dt="2026-09-21T14:11:27.111" v="455" actId="20577"/>
        <pc:sldMkLst>
          <pc:docMk/>
          <pc:sldMk cId="4056629978" sldId="305"/>
        </pc:sldMkLst>
        <pc:spChg chg="mod">
          <ac:chgData name="Andrés Sanchez-Toril Bastrygina" userId="3b03b09f-13c0-4e05-819a-d5dea8e09df8" providerId="ADAL" clId="{AB6E9420-9DA3-455F-BCF4-9F7D2E397574}" dt="2026-09-21T14:11:27.111" v="455" actId="20577"/>
          <ac:spMkLst>
            <pc:docMk/>
            <pc:sldMk cId="4056629978" sldId="305"/>
            <ac:spMk id="2" creationId="{9C79949C-091F-3CF9-2E5B-2AECD500443E}"/>
          </ac:spMkLst>
        </pc:spChg>
        <pc:spChg chg="del">
          <ac:chgData name="Andrés Sanchez-Toril Bastrygina" userId="3b03b09f-13c0-4e05-819a-d5dea8e09df8" providerId="ADAL" clId="{AB6E9420-9DA3-455F-BCF4-9F7D2E397574}" dt="2026-09-21T14:09:29.638" v="438" actId="478"/>
          <ac:spMkLst>
            <pc:docMk/>
            <pc:sldMk cId="4056629978" sldId="305"/>
            <ac:spMk id="5" creationId="{239250F9-7669-DD96-2DFD-928A2EA1A1B1}"/>
          </ac:spMkLst>
        </pc:spChg>
        <pc:spChg chg="del">
          <ac:chgData name="Andrés Sanchez-Toril Bastrygina" userId="3b03b09f-13c0-4e05-819a-d5dea8e09df8" providerId="ADAL" clId="{AB6E9420-9DA3-455F-BCF4-9F7D2E397574}" dt="2026-09-21T14:09:27.924" v="437" actId="478"/>
          <ac:spMkLst>
            <pc:docMk/>
            <pc:sldMk cId="4056629978" sldId="305"/>
            <ac:spMk id="6" creationId="{F4E93B62-6485-FF0B-1B01-519812523346}"/>
          </ac:spMkLst>
        </pc:spChg>
        <pc:spChg chg="del">
          <ac:chgData name="Andrés Sanchez-Toril Bastrygina" userId="3b03b09f-13c0-4e05-819a-d5dea8e09df8" providerId="ADAL" clId="{AB6E9420-9DA3-455F-BCF4-9F7D2E397574}" dt="2026-09-21T14:09:25.431" v="436" actId="478"/>
          <ac:spMkLst>
            <pc:docMk/>
            <pc:sldMk cId="4056629978" sldId="305"/>
            <ac:spMk id="7" creationId="{B1BE3617-79E0-0940-3762-4D61F528D956}"/>
          </ac:spMkLst>
        </pc:spChg>
        <pc:spChg chg="del mod">
          <ac:chgData name="Andrés Sanchez-Toril Bastrygina" userId="3b03b09f-13c0-4e05-819a-d5dea8e09df8" providerId="ADAL" clId="{AB6E9420-9DA3-455F-BCF4-9F7D2E397574}" dt="2026-09-21T14:09:19.936" v="434" actId="478"/>
          <ac:spMkLst>
            <pc:docMk/>
            <pc:sldMk cId="4056629978" sldId="305"/>
            <ac:spMk id="8" creationId="{5EAE6060-7CEF-E3FA-EFE5-DB8DDCA03A32}"/>
          </ac:spMkLst>
        </pc:spChg>
        <pc:spChg chg="del">
          <ac:chgData name="Andrés Sanchez-Toril Bastrygina" userId="3b03b09f-13c0-4e05-819a-d5dea8e09df8" providerId="ADAL" clId="{AB6E9420-9DA3-455F-BCF4-9F7D2E397574}" dt="2026-09-21T14:09:23.550" v="435" actId="478"/>
          <ac:spMkLst>
            <pc:docMk/>
            <pc:sldMk cId="4056629978" sldId="305"/>
            <ac:spMk id="9" creationId="{69228E2E-A72B-5705-2975-4C7B3F4FF564}"/>
          </ac:spMkLst>
        </pc:spChg>
        <pc:picChg chg="del">
          <ac:chgData name="Andrés Sanchez-Toril Bastrygina" userId="3b03b09f-13c0-4e05-819a-d5dea8e09df8" providerId="ADAL" clId="{AB6E9420-9DA3-455F-BCF4-9F7D2E397574}" dt="2026-09-21T14:09:17.155" v="432" actId="478"/>
          <ac:picMkLst>
            <pc:docMk/>
            <pc:sldMk cId="4056629978" sldId="305"/>
            <ac:picMk id="10" creationId="{1B66B7E9-86F9-FA25-F0AC-7AAFE3CDD6B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21/09/2026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21/09/2026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571DB-39BB-9689-4822-FFDEF06D7E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8A543CA-B64F-B4DE-D65D-67EB1CBAED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37F06A1-A198-EA49-CB98-EA203BF799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55735D2-2F30-2ADA-ECA9-E4D60A62AB24}"/>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04461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A60E-DAAA-7176-5060-72FC85E81E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C7D409-4CD7-4E2F-3F06-2F1C2BD98D9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6AE39A-D9AB-92AE-0A22-5865CA057F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9AFE657-EC12-694A-DBB1-080729E6C995}"/>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59557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3.sv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2.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sv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Andrés Sanchez-Toril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For complete </a:t>
            </a:r>
            <a:r>
              <a:rPr lang="es-ES" sz="1200" dirty="0" err="1">
                <a:latin typeface="Arial" panose="020B0604020202020204" pitchFamily="34" charset="0"/>
                <a:cs typeface="Arial" panose="020B0604020202020204" pitchFamily="34" charset="0"/>
              </a:rPr>
              <a:t>energy</a:t>
            </a:r>
            <a:r>
              <a:rPr lang="es-ES" sz="1200" dirty="0">
                <a:latin typeface="Arial" panose="020B0604020202020204" pitchFamily="34" charset="0"/>
                <a:cs typeface="Arial" panose="020B0604020202020204" pitchFamily="34" charset="0"/>
              </a:rPr>
              <a:t> transfer,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argument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sine </a:t>
            </a:r>
            <a:r>
              <a:rPr lang="es-ES" sz="1200" dirty="0" err="1">
                <a:latin typeface="Arial" panose="020B0604020202020204" pitchFamily="34" charset="0"/>
                <a:cs typeface="Arial" panose="020B0604020202020204" pitchFamily="34" charset="0"/>
              </a:rPr>
              <a:t>must</a:t>
            </a:r>
            <a:r>
              <a:rPr lang="es-ES" sz="1200" dirty="0">
                <a:latin typeface="Arial" panose="020B0604020202020204" pitchFamily="34" charset="0"/>
                <a:cs typeface="Arial" panose="020B0604020202020204" pitchFamily="34" charset="0"/>
              </a:rPr>
              <a:t> be </a:t>
            </a:r>
            <a:r>
              <a:rPr lang="es-ES" sz="1200" dirty="0" err="1">
                <a:latin typeface="Arial" panose="020B0604020202020204" pitchFamily="34" charset="0"/>
                <a:cs typeface="Arial" panose="020B0604020202020204" pitchFamily="34" charset="0"/>
              </a:rPr>
              <a:t>equal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pi/2. For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happen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physical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must</a:t>
            </a:r>
            <a:r>
              <a:rPr lang="es-ES" sz="1200" dirty="0">
                <a:latin typeface="Arial" panose="020B0604020202020204" pitchFamily="34" charset="0"/>
                <a:cs typeface="Arial" panose="020B0604020202020204" pitchFamily="34" charset="0"/>
              </a:rPr>
              <a:t> be </a:t>
            </a:r>
            <a:r>
              <a:rPr lang="es-ES" sz="1200" dirty="0" err="1">
                <a:latin typeface="Arial" panose="020B0604020202020204" pitchFamily="34" charset="0"/>
                <a:cs typeface="Arial" panose="020B0604020202020204" pitchFamily="34" charset="0"/>
              </a:rPr>
              <a:t>equal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beat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Similarly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transfer </a:t>
            </a:r>
            <a:r>
              <a:rPr lang="es-ES" sz="1200" dirty="0" err="1">
                <a:latin typeface="Arial" panose="020B0604020202020204" pitchFamily="34" charset="0"/>
                <a:cs typeface="Arial" panose="020B0604020202020204" pitchFamily="34" charset="0"/>
              </a:rPr>
              <a:t>half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argument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must</a:t>
            </a:r>
            <a:r>
              <a:rPr lang="es-ES" sz="1200" dirty="0">
                <a:latin typeface="Arial" panose="020B0604020202020204" pitchFamily="34" charset="0"/>
                <a:cs typeface="Arial" panose="020B0604020202020204" pitchFamily="34" charset="0"/>
              </a:rPr>
              <a:t> be pi/4, </a:t>
            </a:r>
            <a:r>
              <a:rPr lang="es-ES" sz="1200" dirty="0" err="1">
                <a:latin typeface="Arial" panose="020B0604020202020204" pitchFamily="34" charset="0"/>
                <a:cs typeface="Arial" panose="020B0604020202020204" pitchFamily="34" charset="0"/>
              </a:rPr>
              <a:t>which</a:t>
            </a:r>
            <a:r>
              <a:rPr lang="es-ES" sz="1200" dirty="0">
                <a:latin typeface="Arial" panose="020B0604020202020204" pitchFamily="34" charset="0"/>
                <a:cs typeface="Arial" panose="020B0604020202020204" pitchFamily="34" charset="0"/>
              </a:rPr>
              <a:t> leads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half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beat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a:t>
            </a:r>
          </a:p>
          <a:p>
            <a:r>
              <a:rPr lang="es-ES" sz="1200" dirty="0" err="1">
                <a:latin typeface="Arial" panose="020B0604020202020204" pitchFamily="34" charset="0"/>
                <a:cs typeface="Arial" panose="020B0604020202020204" pitchFamily="34" charset="0"/>
              </a:rPr>
              <a:t>These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values</a:t>
            </a:r>
            <a:r>
              <a:rPr lang="es-ES" sz="1200" dirty="0">
                <a:latin typeface="Arial" panose="020B0604020202020204" pitchFamily="34" charset="0"/>
                <a:cs typeface="Arial" panose="020B0604020202020204" pitchFamily="34" charset="0"/>
              </a:rPr>
              <a:t> are, </a:t>
            </a:r>
            <a:r>
              <a:rPr lang="es-ES" sz="1200" dirty="0" err="1">
                <a:latin typeface="Arial" panose="020B0604020202020204" pitchFamily="34" charset="0"/>
                <a:cs typeface="Arial" panose="020B0604020202020204" pitchFamily="34" charset="0"/>
              </a:rPr>
              <a:t>correspondingly</a:t>
            </a:r>
            <a:r>
              <a:rPr lang="es-ES" sz="1200" dirty="0">
                <a:latin typeface="Arial" panose="020B0604020202020204" pitchFamily="34" charset="0"/>
                <a:cs typeface="Arial" panose="020B0604020202020204" pitchFamily="34" charset="0"/>
              </a:rPr>
              <a:t>: 93.84 </a:t>
            </a:r>
            <a:r>
              <a:rPr lang="es-ES" sz="1200" dirty="0" err="1">
                <a:latin typeface="Arial" panose="020B0604020202020204" pitchFamily="34" charset="0"/>
                <a:cs typeface="Arial" panose="020B0604020202020204" pitchFamily="34" charset="0"/>
              </a:rPr>
              <a:t>μm</a:t>
            </a:r>
            <a:r>
              <a:rPr lang="es-ES" sz="1200" dirty="0">
                <a:latin typeface="Arial" panose="020B0604020202020204" pitchFamily="34" charset="0"/>
                <a:cs typeface="Arial" panose="020B0604020202020204" pitchFamily="34" charset="0"/>
              </a:rPr>
              <a:t> and 46.92 </a:t>
            </a:r>
            <a:r>
              <a:rPr lang="es-ES" sz="1200" dirty="0" err="1">
                <a:latin typeface="Arial" panose="020B0604020202020204" pitchFamily="34" charset="0"/>
                <a:cs typeface="Arial" panose="020B0604020202020204" pitchFamily="34" charset="0"/>
              </a:rPr>
              <a:t>μm</a:t>
            </a:r>
            <a:r>
              <a:rPr lang="es-E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431B1DC2-7002-7DEB-F5B2-F98BDB8816D7}"/>
              </a:ext>
            </a:extLst>
          </p:cNvPr>
          <p:cNvPicPr>
            <a:picLocks noChangeAspect="1"/>
          </p:cNvPicPr>
          <p:nvPr/>
        </p:nvPicPr>
        <p:blipFill>
          <a:blip r:embed="rId5"/>
          <a:stretch>
            <a:fillRect/>
          </a:stretch>
        </p:blipFill>
        <p:spPr>
          <a:xfrm>
            <a:off x="3581400" y="1114204"/>
            <a:ext cx="6157913" cy="3673578"/>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Gap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2"/>
            <a:ext cx="11199971" cy="49062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Imagen 12">
            <a:extLst>
              <a:ext uri="{FF2B5EF4-FFF2-40B4-BE49-F238E27FC236}">
                <a16:creationId xmlns:a16="http://schemas.microsoft.com/office/drawing/2014/main" id="{8075B616-CDCD-F6F6-6B2B-03A47C280ABF}"/>
              </a:ext>
            </a:extLst>
          </p:cNvPr>
          <p:cNvPicPr>
            <a:picLocks noChangeAspect="1"/>
          </p:cNvPicPr>
          <p:nvPr/>
        </p:nvPicPr>
        <p:blipFill>
          <a:blip r:embed="rId4"/>
          <a:stretch>
            <a:fillRect/>
          </a:stretch>
        </p:blipFill>
        <p:spPr>
          <a:xfrm>
            <a:off x="4114800" y="1490722"/>
            <a:ext cx="1371600" cy="1084306"/>
          </a:xfrm>
          <a:prstGeom prst="rect">
            <a:avLst/>
          </a:prstGeom>
        </p:spPr>
      </p:pic>
      <p:pic>
        <p:nvPicPr>
          <p:cNvPr id="15" name="Imagen 14">
            <a:extLst>
              <a:ext uri="{FF2B5EF4-FFF2-40B4-BE49-F238E27FC236}">
                <a16:creationId xmlns:a16="http://schemas.microsoft.com/office/drawing/2014/main" id="{10CB11AE-7F13-69FB-B447-F4BEC60F7DE4}"/>
              </a:ext>
            </a:extLst>
          </p:cNvPr>
          <p:cNvPicPr>
            <a:picLocks noChangeAspect="1"/>
          </p:cNvPicPr>
          <p:nvPr/>
        </p:nvPicPr>
        <p:blipFill>
          <a:blip r:embed="rId5"/>
          <a:stretch>
            <a:fillRect/>
          </a:stretch>
        </p:blipFill>
        <p:spPr>
          <a:xfrm>
            <a:off x="613299" y="1677909"/>
            <a:ext cx="3403890" cy="865695"/>
          </a:xfrm>
          <a:prstGeom prst="rect">
            <a:avLst/>
          </a:prstGeom>
        </p:spPr>
      </p:pic>
      <p:pic>
        <p:nvPicPr>
          <p:cNvPr id="18" name="Imagen 17">
            <a:extLst>
              <a:ext uri="{FF2B5EF4-FFF2-40B4-BE49-F238E27FC236}">
                <a16:creationId xmlns:a16="http://schemas.microsoft.com/office/drawing/2014/main" id="{57B45CF9-35FD-3FC7-AC4E-93724F059E02}"/>
              </a:ext>
            </a:extLst>
          </p:cNvPr>
          <p:cNvPicPr>
            <a:picLocks noChangeAspect="1"/>
          </p:cNvPicPr>
          <p:nvPr/>
        </p:nvPicPr>
        <p:blipFill>
          <a:blip r:embed="rId6"/>
          <a:stretch>
            <a:fillRect/>
          </a:stretch>
        </p:blipFill>
        <p:spPr>
          <a:xfrm>
            <a:off x="10153896" y="1490722"/>
            <a:ext cx="1424805" cy="1078826"/>
          </a:xfrm>
          <a:prstGeom prst="rect">
            <a:avLst/>
          </a:prstGeom>
        </p:spPr>
      </p:pic>
      <p:pic>
        <p:nvPicPr>
          <p:cNvPr id="20" name="Imagen 19">
            <a:extLst>
              <a:ext uri="{FF2B5EF4-FFF2-40B4-BE49-F238E27FC236}">
                <a16:creationId xmlns:a16="http://schemas.microsoft.com/office/drawing/2014/main" id="{703D8BA6-C3E1-C041-DDB8-EA165C516A3E}"/>
              </a:ext>
            </a:extLst>
          </p:cNvPr>
          <p:cNvPicPr>
            <a:picLocks noChangeAspect="1"/>
          </p:cNvPicPr>
          <p:nvPr/>
        </p:nvPicPr>
        <p:blipFill>
          <a:blip r:embed="rId7"/>
          <a:stretch>
            <a:fillRect/>
          </a:stretch>
        </p:blipFill>
        <p:spPr>
          <a:xfrm>
            <a:off x="6422367" y="1732681"/>
            <a:ext cx="3286125" cy="756150"/>
          </a:xfrm>
          <a:prstGeom prst="rect">
            <a:avLst/>
          </a:prstGeom>
        </p:spPr>
      </p:pic>
      <p:pic>
        <p:nvPicPr>
          <p:cNvPr id="22" name="Imagen 21">
            <a:extLst>
              <a:ext uri="{FF2B5EF4-FFF2-40B4-BE49-F238E27FC236}">
                <a16:creationId xmlns:a16="http://schemas.microsoft.com/office/drawing/2014/main" id="{A4274C37-F26E-7B54-0001-D750F25C8EAE}"/>
              </a:ext>
            </a:extLst>
          </p:cNvPr>
          <p:cNvPicPr>
            <a:picLocks noChangeAspect="1"/>
          </p:cNvPicPr>
          <p:nvPr/>
        </p:nvPicPr>
        <p:blipFill>
          <a:blip r:embed="rId8"/>
          <a:stretch>
            <a:fillRect/>
          </a:stretch>
        </p:blipFill>
        <p:spPr>
          <a:xfrm>
            <a:off x="4079838" y="2640313"/>
            <a:ext cx="1422473" cy="1093487"/>
          </a:xfrm>
          <a:prstGeom prst="rect">
            <a:avLst/>
          </a:prstGeom>
        </p:spPr>
      </p:pic>
      <p:pic>
        <p:nvPicPr>
          <p:cNvPr id="24" name="Imagen 23">
            <a:extLst>
              <a:ext uri="{FF2B5EF4-FFF2-40B4-BE49-F238E27FC236}">
                <a16:creationId xmlns:a16="http://schemas.microsoft.com/office/drawing/2014/main" id="{BCADB382-46AF-5090-1863-3612103F4D9F}"/>
              </a:ext>
            </a:extLst>
          </p:cNvPr>
          <p:cNvPicPr>
            <a:picLocks noChangeAspect="1"/>
          </p:cNvPicPr>
          <p:nvPr/>
        </p:nvPicPr>
        <p:blipFill>
          <a:blip r:embed="rId9"/>
          <a:stretch>
            <a:fillRect/>
          </a:stretch>
        </p:blipFill>
        <p:spPr>
          <a:xfrm>
            <a:off x="734485" y="2971344"/>
            <a:ext cx="3282704" cy="692889"/>
          </a:xfrm>
          <a:prstGeom prst="rect">
            <a:avLst/>
          </a:prstGeom>
        </p:spPr>
      </p:pic>
      <p:pic>
        <p:nvPicPr>
          <p:cNvPr id="26" name="Imagen 25">
            <a:extLst>
              <a:ext uri="{FF2B5EF4-FFF2-40B4-BE49-F238E27FC236}">
                <a16:creationId xmlns:a16="http://schemas.microsoft.com/office/drawing/2014/main" id="{746D2F2B-EED8-F692-E288-968B44E2333C}"/>
              </a:ext>
            </a:extLst>
          </p:cNvPr>
          <p:cNvPicPr>
            <a:picLocks noChangeAspect="1"/>
          </p:cNvPicPr>
          <p:nvPr/>
        </p:nvPicPr>
        <p:blipFill>
          <a:blip r:embed="rId10"/>
          <a:stretch>
            <a:fillRect/>
          </a:stretch>
        </p:blipFill>
        <p:spPr>
          <a:xfrm>
            <a:off x="10147772" y="2635751"/>
            <a:ext cx="1422473" cy="1098049"/>
          </a:xfrm>
          <a:prstGeom prst="rect">
            <a:avLst/>
          </a:prstGeom>
        </p:spPr>
      </p:pic>
      <p:pic>
        <p:nvPicPr>
          <p:cNvPr id="28" name="Imagen 27">
            <a:extLst>
              <a:ext uri="{FF2B5EF4-FFF2-40B4-BE49-F238E27FC236}">
                <a16:creationId xmlns:a16="http://schemas.microsoft.com/office/drawing/2014/main" id="{C1BAB1E1-A123-3567-E337-403637676807}"/>
              </a:ext>
            </a:extLst>
          </p:cNvPr>
          <p:cNvPicPr>
            <a:picLocks noChangeAspect="1"/>
          </p:cNvPicPr>
          <p:nvPr/>
        </p:nvPicPr>
        <p:blipFill>
          <a:blip r:embed="rId11"/>
          <a:stretch>
            <a:fillRect/>
          </a:stretch>
        </p:blipFill>
        <p:spPr>
          <a:xfrm>
            <a:off x="5867400" y="2931568"/>
            <a:ext cx="4200525" cy="828477"/>
          </a:xfrm>
          <a:prstGeom prst="rect">
            <a:avLst/>
          </a:prstGeom>
        </p:spPr>
      </p:pic>
      <p:pic>
        <p:nvPicPr>
          <p:cNvPr id="30" name="Imagen 29">
            <a:extLst>
              <a:ext uri="{FF2B5EF4-FFF2-40B4-BE49-F238E27FC236}">
                <a16:creationId xmlns:a16="http://schemas.microsoft.com/office/drawing/2014/main" id="{5E9F607F-26CD-346F-F1FA-E662CC06EBE8}"/>
              </a:ext>
            </a:extLst>
          </p:cNvPr>
          <p:cNvPicPr>
            <a:picLocks noChangeAspect="1"/>
          </p:cNvPicPr>
          <p:nvPr/>
        </p:nvPicPr>
        <p:blipFill>
          <a:blip r:embed="rId12"/>
          <a:stretch>
            <a:fillRect/>
          </a:stretch>
        </p:blipFill>
        <p:spPr>
          <a:xfrm>
            <a:off x="4091805" y="3810000"/>
            <a:ext cx="1422473" cy="1124008"/>
          </a:xfrm>
          <a:prstGeom prst="rect">
            <a:avLst/>
          </a:prstGeom>
        </p:spPr>
      </p:pic>
      <p:pic>
        <p:nvPicPr>
          <p:cNvPr id="32" name="Imagen 31">
            <a:extLst>
              <a:ext uri="{FF2B5EF4-FFF2-40B4-BE49-F238E27FC236}">
                <a16:creationId xmlns:a16="http://schemas.microsoft.com/office/drawing/2014/main" id="{5E85AA60-257F-4938-1FF7-DA17D8302D87}"/>
              </a:ext>
            </a:extLst>
          </p:cNvPr>
          <p:cNvPicPr>
            <a:picLocks noChangeAspect="1"/>
          </p:cNvPicPr>
          <p:nvPr/>
        </p:nvPicPr>
        <p:blipFill>
          <a:blip r:embed="rId13"/>
          <a:stretch>
            <a:fillRect/>
          </a:stretch>
        </p:blipFill>
        <p:spPr>
          <a:xfrm>
            <a:off x="691632" y="4191000"/>
            <a:ext cx="3403890" cy="630132"/>
          </a:xfrm>
          <a:prstGeom prst="rect">
            <a:avLst/>
          </a:prstGeom>
        </p:spPr>
      </p:pic>
      <p:pic>
        <p:nvPicPr>
          <p:cNvPr id="34" name="Imagen 33">
            <a:extLst>
              <a:ext uri="{FF2B5EF4-FFF2-40B4-BE49-F238E27FC236}">
                <a16:creationId xmlns:a16="http://schemas.microsoft.com/office/drawing/2014/main" id="{299C2838-C852-6E54-7CD2-9CFE257114AD}"/>
              </a:ext>
            </a:extLst>
          </p:cNvPr>
          <p:cNvPicPr>
            <a:picLocks noChangeAspect="1"/>
          </p:cNvPicPr>
          <p:nvPr/>
        </p:nvPicPr>
        <p:blipFill>
          <a:blip r:embed="rId14"/>
          <a:stretch>
            <a:fillRect/>
          </a:stretch>
        </p:blipFill>
        <p:spPr>
          <a:xfrm>
            <a:off x="10153896" y="3810000"/>
            <a:ext cx="1416349" cy="1119322"/>
          </a:xfrm>
          <a:prstGeom prst="rect">
            <a:avLst/>
          </a:prstGeom>
        </p:spPr>
      </p:pic>
      <p:pic>
        <p:nvPicPr>
          <p:cNvPr id="36" name="Imagen 35">
            <a:extLst>
              <a:ext uri="{FF2B5EF4-FFF2-40B4-BE49-F238E27FC236}">
                <a16:creationId xmlns:a16="http://schemas.microsoft.com/office/drawing/2014/main" id="{A0FEF864-912F-8BDD-25EF-13F5270845A7}"/>
              </a:ext>
            </a:extLst>
          </p:cNvPr>
          <p:cNvPicPr>
            <a:picLocks noChangeAspect="1"/>
          </p:cNvPicPr>
          <p:nvPr/>
        </p:nvPicPr>
        <p:blipFill>
          <a:blip r:embed="rId15"/>
          <a:stretch>
            <a:fillRect/>
          </a:stretch>
        </p:blipFill>
        <p:spPr>
          <a:xfrm>
            <a:off x="5859966" y="4114800"/>
            <a:ext cx="4182646" cy="738114"/>
          </a:xfrm>
          <a:prstGeom prst="rect">
            <a:avLst/>
          </a:prstGeom>
        </p:spPr>
      </p:pic>
      <p:sp>
        <p:nvSpPr>
          <p:cNvPr id="37" name="CuadroTexto 36">
            <a:extLst>
              <a:ext uri="{FF2B5EF4-FFF2-40B4-BE49-F238E27FC236}">
                <a16:creationId xmlns:a16="http://schemas.microsoft.com/office/drawing/2014/main" id="{875685A4-0734-2CA5-6341-A302258A6ADB}"/>
              </a:ext>
            </a:extLst>
          </p:cNvPr>
          <p:cNvSpPr txBox="1"/>
          <p:nvPr/>
        </p:nvSpPr>
        <p:spPr>
          <a:xfrm>
            <a:off x="2050288" y="1452958"/>
            <a:ext cx="1219200" cy="307777"/>
          </a:xfrm>
          <a:prstGeom prst="rect">
            <a:avLst/>
          </a:prstGeom>
          <a:noFill/>
        </p:spPr>
        <p:txBody>
          <a:bodyPr wrap="square" rtlCol="0">
            <a:spAutoFit/>
          </a:bodyPr>
          <a:lstStyle/>
          <a:p>
            <a:r>
              <a:rPr lang="es-ES" sz="1400" dirty="0"/>
              <a:t>Gap 0,6</a:t>
            </a:r>
          </a:p>
        </p:txBody>
      </p:sp>
      <p:sp>
        <p:nvSpPr>
          <p:cNvPr id="39" name="CuadroTexto 38">
            <a:extLst>
              <a:ext uri="{FF2B5EF4-FFF2-40B4-BE49-F238E27FC236}">
                <a16:creationId xmlns:a16="http://schemas.microsoft.com/office/drawing/2014/main" id="{0E4BCBB1-AD36-531D-999B-564A9E074874}"/>
              </a:ext>
            </a:extLst>
          </p:cNvPr>
          <p:cNvSpPr txBox="1"/>
          <p:nvPr/>
        </p:nvSpPr>
        <p:spPr>
          <a:xfrm>
            <a:off x="7802501" y="1483838"/>
            <a:ext cx="6127594" cy="307777"/>
          </a:xfrm>
          <a:prstGeom prst="rect">
            <a:avLst/>
          </a:prstGeom>
          <a:noFill/>
        </p:spPr>
        <p:txBody>
          <a:bodyPr wrap="square">
            <a:spAutoFit/>
          </a:bodyPr>
          <a:lstStyle/>
          <a:p>
            <a:r>
              <a:rPr lang="es-ES" sz="1400" dirty="0"/>
              <a:t>Gap 0,7</a:t>
            </a:r>
          </a:p>
        </p:txBody>
      </p:sp>
      <p:sp>
        <p:nvSpPr>
          <p:cNvPr id="41" name="CuadroTexto 40">
            <a:extLst>
              <a:ext uri="{FF2B5EF4-FFF2-40B4-BE49-F238E27FC236}">
                <a16:creationId xmlns:a16="http://schemas.microsoft.com/office/drawing/2014/main" id="{3267A91F-6A1D-2A22-9704-D518A6F73AC2}"/>
              </a:ext>
            </a:extLst>
          </p:cNvPr>
          <p:cNvSpPr txBox="1"/>
          <p:nvPr/>
        </p:nvSpPr>
        <p:spPr>
          <a:xfrm>
            <a:off x="2050288" y="2656679"/>
            <a:ext cx="6963936" cy="307777"/>
          </a:xfrm>
          <a:prstGeom prst="rect">
            <a:avLst/>
          </a:prstGeom>
          <a:noFill/>
        </p:spPr>
        <p:txBody>
          <a:bodyPr wrap="square">
            <a:spAutoFit/>
          </a:bodyPr>
          <a:lstStyle/>
          <a:p>
            <a:r>
              <a:rPr lang="es-ES" sz="1400" dirty="0"/>
              <a:t>Gap 0,8</a:t>
            </a:r>
          </a:p>
        </p:txBody>
      </p:sp>
      <p:sp>
        <p:nvSpPr>
          <p:cNvPr id="43" name="CuadroTexto 42">
            <a:extLst>
              <a:ext uri="{FF2B5EF4-FFF2-40B4-BE49-F238E27FC236}">
                <a16:creationId xmlns:a16="http://schemas.microsoft.com/office/drawing/2014/main" id="{9C1FF361-A55A-0220-AB49-78A3F06B06C9}"/>
              </a:ext>
            </a:extLst>
          </p:cNvPr>
          <p:cNvSpPr txBox="1"/>
          <p:nvPr/>
        </p:nvSpPr>
        <p:spPr>
          <a:xfrm>
            <a:off x="7802501" y="2691745"/>
            <a:ext cx="6963936" cy="307777"/>
          </a:xfrm>
          <a:prstGeom prst="rect">
            <a:avLst/>
          </a:prstGeom>
          <a:noFill/>
        </p:spPr>
        <p:txBody>
          <a:bodyPr wrap="square">
            <a:spAutoFit/>
          </a:bodyPr>
          <a:lstStyle/>
          <a:p>
            <a:r>
              <a:rPr lang="es-ES" sz="1400" dirty="0"/>
              <a:t>Gap 0,9</a:t>
            </a:r>
          </a:p>
        </p:txBody>
      </p:sp>
      <p:sp>
        <p:nvSpPr>
          <p:cNvPr id="45" name="CuadroTexto 44">
            <a:extLst>
              <a:ext uri="{FF2B5EF4-FFF2-40B4-BE49-F238E27FC236}">
                <a16:creationId xmlns:a16="http://schemas.microsoft.com/office/drawing/2014/main" id="{B7BBED64-F987-B43C-88B4-38A44E50A7A9}"/>
              </a:ext>
            </a:extLst>
          </p:cNvPr>
          <p:cNvSpPr txBox="1"/>
          <p:nvPr/>
        </p:nvSpPr>
        <p:spPr>
          <a:xfrm>
            <a:off x="2057629" y="3883223"/>
            <a:ext cx="7382106" cy="307777"/>
          </a:xfrm>
          <a:prstGeom prst="rect">
            <a:avLst/>
          </a:prstGeom>
          <a:noFill/>
        </p:spPr>
        <p:txBody>
          <a:bodyPr wrap="square">
            <a:spAutoFit/>
          </a:bodyPr>
          <a:lstStyle/>
          <a:p>
            <a:r>
              <a:rPr lang="es-ES" sz="1400" dirty="0"/>
              <a:t>Gap 1,0</a:t>
            </a:r>
          </a:p>
        </p:txBody>
      </p:sp>
      <p:sp>
        <p:nvSpPr>
          <p:cNvPr id="47" name="CuadroTexto 46">
            <a:extLst>
              <a:ext uri="{FF2B5EF4-FFF2-40B4-BE49-F238E27FC236}">
                <a16:creationId xmlns:a16="http://schemas.microsoft.com/office/drawing/2014/main" id="{DA22BDCC-FF77-EAD7-704C-FF6647F397FA}"/>
              </a:ext>
            </a:extLst>
          </p:cNvPr>
          <p:cNvSpPr txBox="1"/>
          <p:nvPr/>
        </p:nvSpPr>
        <p:spPr>
          <a:xfrm>
            <a:off x="7827479" y="3810000"/>
            <a:ext cx="7382106" cy="307777"/>
          </a:xfrm>
          <a:prstGeom prst="rect">
            <a:avLst/>
          </a:prstGeom>
          <a:noFill/>
        </p:spPr>
        <p:txBody>
          <a:bodyPr wrap="square">
            <a:spAutoFit/>
          </a:bodyPr>
          <a:lstStyle/>
          <a:p>
            <a:r>
              <a:rPr lang="es-ES" sz="1400" dirty="0"/>
              <a:t>Gap 1,1</a:t>
            </a:r>
          </a:p>
        </p:txBody>
      </p:sp>
      <p:pic>
        <p:nvPicPr>
          <p:cNvPr id="49" name="Imagen 48">
            <a:extLst>
              <a:ext uri="{FF2B5EF4-FFF2-40B4-BE49-F238E27FC236}">
                <a16:creationId xmlns:a16="http://schemas.microsoft.com/office/drawing/2014/main" id="{11B03741-1CD5-15C8-B04D-21088F19B4CC}"/>
              </a:ext>
            </a:extLst>
          </p:cNvPr>
          <p:cNvPicPr>
            <a:picLocks noChangeAspect="1"/>
          </p:cNvPicPr>
          <p:nvPr/>
        </p:nvPicPr>
        <p:blipFill>
          <a:blip r:embed="rId16"/>
          <a:stretch>
            <a:fillRect/>
          </a:stretch>
        </p:blipFill>
        <p:spPr>
          <a:xfrm>
            <a:off x="4079839" y="5029200"/>
            <a:ext cx="1434440" cy="1111142"/>
          </a:xfrm>
          <a:prstGeom prst="rect">
            <a:avLst/>
          </a:prstGeom>
        </p:spPr>
      </p:pic>
      <p:pic>
        <p:nvPicPr>
          <p:cNvPr id="51" name="Imagen 50">
            <a:extLst>
              <a:ext uri="{FF2B5EF4-FFF2-40B4-BE49-F238E27FC236}">
                <a16:creationId xmlns:a16="http://schemas.microsoft.com/office/drawing/2014/main" id="{E5FA5973-C4D5-8337-6472-C68001D5F732}"/>
              </a:ext>
            </a:extLst>
          </p:cNvPr>
          <p:cNvPicPr>
            <a:picLocks noChangeAspect="1"/>
          </p:cNvPicPr>
          <p:nvPr/>
        </p:nvPicPr>
        <p:blipFill>
          <a:blip r:embed="rId17"/>
          <a:stretch>
            <a:fillRect/>
          </a:stretch>
        </p:blipFill>
        <p:spPr>
          <a:xfrm>
            <a:off x="679666" y="5532852"/>
            <a:ext cx="3373536" cy="571984"/>
          </a:xfrm>
          <a:prstGeom prst="rect">
            <a:avLst/>
          </a:prstGeom>
        </p:spPr>
      </p:pic>
      <p:sp>
        <p:nvSpPr>
          <p:cNvPr id="55" name="CuadroTexto 54">
            <a:extLst>
              <a:ext uri="{FF2B5EF4-FFF2-40B4-BE49-F238E27FC236}">
                <a16:creationId xmlns:a16="http://schemas.microsoft.com/office/drawing/2014/main" id="{443D0437-05E9-6256-25FE-330D3F28C421}"/>
              </a:ext>
            </a:extLst>
          </p:cNvPr>
          <p:cNvSpPr txBox="1"/>
          <p:nvPr/>
        </p:nvSpPr>
        <p:spPr>
          <a:xfrm>
            <a:off x="2133600" y="5119724"/>
            <a:ext cx="7382106" cy="307777"/>
          </a:xfrm>
          <a:prstGeom prst="rect">
            <a:avLst/>
          </a:prstGeom>
          <a:noFill/>
        </p:spPr>
        <p:txBody>
          <a:bodyPr wrap="square">
            <a:spAutoFit/>
          </a:bodyPr>
          <a:lstStyle/>
          <a:p>
            <a:r>
              <a:rPr lang="es-ES" sz="1400" dirty="0"/>
              <a:t>Gap 1,2</a:t>
            </a:r>
          </a:p>
        </p:txBody>
      </p:sp>
      <p:pic>
        <p:nvPicPr>
          <p:cNvPr id="57" name="Imagen 56">
            <a:extLst>
              <a:ext uri="{FF2B5EF4-FFF2-40B4-BE49-F238E27FC236}">
                <a16:creationId xmlns:a16="http://schemas.microsoft.com/office/drawing/2014/main" id="{D0883C21-DB10-5266-F967-5411997441BA}"/>
              </a:ext>
            </a:extLst>
          </p:cNvPr>
          <p:cNvPicPr>
            <a:picLocks noChangeAspect="1"/>
          </p:cNvPicPr>
          <p:nvPr/>
        </p:nvPicPr>
        <p:blipFill>
          <a:blip r:embed="rId18"/>
          <a:stretch>
            <a:fillRect/>
          </a:stretch>
        </p:blipFill>
        <p:spPr>
          <a:xfrm>
            <a:off x="10134600" y="5003718"/>
            <a:ext cx="1449593" cy="1111142"/>
          </a:xfrm>
          <a:prstGeom prst="rect">
            <a:avLst/>
          </a:prstGeom>
        </p:spPr>
      </p:pic>
      <p:pic>
        <p:nvPicPr>
          <p:cNvPr id="59" name="Imagen 58">
            <a:extLst>
              <a:ext uri="{FF2B5EF4-FFF2-40B4-BE49-F238E27FC236}">
                <a16:creationId xmlns:a16="http://schemas.microsoft.com/office/drawing/2014/main" id="{4A868D22-ACFF-E5B5-9859-AAB746B11749}"/>
              </a:ext>
            </a:extLst>
          </p:cNvPr>
          <p:cNvPicPr>
            <a:picLocks noChangeAspect="1"/>
          </p:cNvPicPr>
          <p:nvPr/>
        </p:nvPicPr>
        <p:blipFill>
          <a:blip r:embed="rId19"/>
          <a:stretch>
            <a:fillRect/>
          </a:stretch>
        </p:blipFill>
        <p:spPr>
          <a:xfrm>
            <a:off x="5874795" y="5509632"/>
            <a:ext cx="4031205" cy="662568"/>
          </a:xfrm>
          <a:prstGeom prst="rect">
            <a:avLst/>
          </a:prstGeom>
        </p:spPr>
      </p:pic>
      <p:sp>
        <p:nvSpPr>
          <p:cNvPr id="61" name="CuadroTexto 60">
            <a:extLst>
              <a:ext uri="{FF2B5EF4-FFF2-40B4-BE49-F238E27FC236}">
                <a16:creationId xmlns:a16="http://schemas.microsoft.com/office/drawing/2014/main" id="{F8144C55-13FE-55C7-5C25-984BCFDC9B8D}"/>
              </a:ext>
            </a:extLst>
          </p:cNvPr>
          <p:cNvSpPr txBox="1"/>
          <p:nvPr/>
        </p:nvSpPr>
        <p:spPr>
          <a:xfrm>
            <a:off x="7763528" y="5108838"/>
            <a:ext cx="7382106" cy="307777"/>
          </a:xfrm>
          <a:prstGeom prst="rect">
            <a:avLst/>
          </a:prstGeom>
          <a:noFill/>
        </p:spPr>
        <p:txBody>
          <a:bodyPr wrap="square">
            <a:spAutoFit/>
          </a:bodyPr>
          <a:lstStyle/>
          <a:p>
            <a:r>
              <a:rPr lang="es-ES" sz="1400" dirty="0"/>
              <a:t>Gap 1,3</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B68C-DD23-5931-A995-4895787FD1EC}"/>
            </a:ext>
          </a:extLst>
        </p:cNvPr>
        <p:cNvGrpSpPr/>
        <p:nvPr/>
      </p:nvGrpSpPr>
      <p:grpSpPr>
        <a:xfrm>
          <a:off x="0" y="0"/>
          <a:ext cx="0" cy="0"/>
          <a:chOff x="0" y="0"/>
          <a:chExt cx="0" cy="0"/>
        </a:xfrm>
      </p:grpSpPr>
      <p:pic>
        <p:nvPicPr>
          <p:cNvPr id="83" name="Gráfico 82">
            <a:extLst>
              <a:ext uri="{FF2B5EF4-FFF2-40B4-BE49-F238E27FC236}">
                <a16:creationId xmlns:a16="http://schemas.microsoft.com/office/drawing/2014/main" id="{F5F53D8E-A48B-0C52-AC4E-2F752D1E35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437CFA-2677-7801-2A0F-EA8A166CF9A1}"/>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B008186D-64D8-F0A7-322A-80D40F7BEE0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B6D8B529-EC39-AF8D-1E96-F6CABFA30C47}"/>
                  </a:ext>
                </a:extLst>
              </p:cNvPr>
              <p:cNvSpPr txBox="1"/>
              <p:nvPr/>
            </p:nvSpPr>
            <p:spPr>
              <a:xfrm>
                <a:off x="609441" y="3518342"/>
                <a:ext cx="11199971" cy="247760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r>
                  <a:rPr lang="es-ES" sz="1100" dirty="0">
                    <a:latin typeface="Arial" panose="020B0604020202020204" pitchFamily="34" charset="0"/>
                    <a:cs typeface="Arial" panose="020B0604020202020204" pitchFamily="34" charset="0"/>
                  </a:rPr>
                  <a:t>The </a:t>
                </a:r>
                <a:r>
                  <a:rPr lang="es-ES" sz="1100" dirty="0" err="1">
                    <a:latin typeface="Arial" panose="020B0604020202020204" pitchFamily="34" charset="0"/>
                    <a:cs typeface="Arial" panose="020B0604020202020204" pitchFamily="34" charset="0"/>
                  </a:rPr>
                  <a:t>parametric</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sweep</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directional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coupler</a:t>
                </a:r>
                <a:r>
                  <a:rPr lang="es-ES" sz="1100" dirty="0">
                    <a:latin typeface="Arial" panose="020B0604020202020204" pitchFamily="34" charset="0"/>
                    <a:cs typeface="Arial" panose="020B0604020202020204" pitchFamily="34" charset="0"/>
                  </a:rPr>
                  <a:t> gap </a:t>
                </a:r>
                <a:r>
                  <a:rPr lang="es-ES" sz="1100" dirty="0" err="1">
                    <a:latin typeface="Arial" panose="020B0604020202020204" pitchFamily="34" charset="0"/>
                    <a:cs typeface="Arial" panose="020B0604020202020204" pitchFamily="34" charset="0"/>
                  </a:rPr>
                  <a:t>from</a:t>
                </a:r>
                <a:r>
                  <a:rPr lang="es-ES" sz="1100" dirty="0">
                    <a:latin typeface="Arial" panose="020B0604020202020204" pitchFamily="34" charset="0"/>
                    <a:cs typeface="Arial" panose="020B0604020202020204" pitchFamily="34" charset="0"/>
                  </a:rPr>
                  <a:t> 0.6 µm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1.6 µm </a:t>
                </a:r>
                <a:r>
                  <a:rPr lang="es-ES" sz="1100" dirty="0" err="1">
                    <a:latin typeface="Arial" panose="020B0604020202020204" pitchFamily="34" charset="0"/>
                    <a:cs typeface="Arial" panose="020B0604020202020204" pitchFamily="34" charset="0"/>
                  </a:rPr>
                  <a:t>demonstrates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exponential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increase</a:t>
                </a:r>
                <a:r>
                  <a:rPr lang="es-ES" sz="1100" dirty="0">
                    <a:latin typeface="Arial" panose="020B0604020202020204" pitchFamily="34" charset="0"/>
                    <a:cs typeface="Arial" panose="020B0604020202020204" pitchFamily="34" charset="0"/>
                  </a:rPr>
                  <a:t> in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beating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a:t>
                </a:r>
                <a14:m>
                  <m:oMath xmlns:m="http://schemas.openxmlformats.org/officeDocument/2006/math">
                    <m:sSub>
                      <m:sSubPr>
                        <m:ctrlPr>
                          <a:rPr lang="es-ES" sz="1100" i="1"/>
                        </m:ctrlPr>
                      </m:sSubPr>
                      <m:e>
                        <m:r>
                          <a:rPr lang="es-ES" sz="1100" i="1"/>
                          <m:t>𝐿</m:t>
                        </m:r>
                      </m:e>
                      <m:sub>
                        <m:r>
                          <a:rPr lang="es-ES" sz="1100" i="1"/>
                          <m:t>𝜋</m:t>
                        </m:r>
                      </m:sub>
                    </m:sSub>
                  </m:oMath>
                </a14:m>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escalating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by</a:t>
                </a:r>
                <a:r>
                  <a:rPr lang="es-ES" sz="1100" dirty="0">
                    <a:latin typeface="Arial" panose="020B0604020202020204" pitchFamily="34" charset="0"/>
                    <a:cs typeface="Arial" panose="020B0604020202020204" pitchFamily="34" charset="0"/>
                  </a:rPr>
                  <a:t> a factor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twenty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from</a:t>
                </a:r>
                <a:r>
                  <a:rPr lang="es-ES" sz="1100" dirty="0">
                    <a:latin typeface="Arial" panose="020B0604020202020204" pitchFamily="34" charset="0"/>
                    <a:cs typeface="Arial" panose="020B0604020202020204" pitchFamily="34" charset="0"/>
                  </a:rPr>
                  <a:t> 94.03 µm at a 0.6 µm gap up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1892.47 µm at a 1.6 µm gap. </a:t>
                </a:r>
                <a:r>
                  <a:rPr lang="es-ES" sz="1100" dirty="0" err="1">
                    <a:latin typeface="Arial" panose="020B0604020202020204" pitchFamily="34" charset="0"/>
                    <a:cs typeface="Arial" panose="020B0604020202020204" pitchFamily="34" charset="0"/>
                  </a:rPr>
                  <a:t>Physically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this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trend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governed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exponential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decay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evanescent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field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overlap</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between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adjacent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cores</a:t>
                </a:r>
                <a:r>
                  <a:rPr lang="es-ES" sz="1100" dirty="0">
                    <a:latin typeface="Arial" panose="020B0604020202020204" pitchFamily="34" charset="0"/>
                    <a:cs typeface="Arial" panose="020B0604020202020204" pitchFamily="34" charset="0"/>
                  </a:rPr>
                  <a:t> as </a:t>
                </a:r>
                <a:r>
                  <a:rPr lang="es-ES" sz="1100" dirty="0" err="1">
                    <a:latin typeface="Arial" panose="020B0604020202020204" pitchFamily="34" charset="0"/>
                    <a:cs typeface="Arial" panose="020B0604020202020204" pitchFamily="34" charset="0"/>
                  </a:rPr>
                  <a:t>their</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separation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widens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which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drastically</a:t>
                </a:r>
                <a:r>
                  <a:rPr lang="es-ES" sz="1100" dirty="0">
                    <a:latin typeface="Arial" panose="020B0604020202020204" pitchFamily="34" charset="0"/>
                    <a:cs typeface="Arial" panose="020B0604020202020204" pitchFamily="34" charset="0"/>
                  </a:rPr>
                  <a:t> reduces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effective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index</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difference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between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symmetric</a:t>
                </a:r>
                <a:r>
                  <a:rPr lang="es-ES" sz="1100" dirty="0">
                    <a:latin typeface="Arial" panose="020B0604020202020204" pitchFamily="34" charset="0"/>
                    <a:cs typeface="Arial" panose="020B0604020202020204" pitchFamily="34" charset="0"/>
                  </a:rPr>
                  <a:t> and </a:t>
                </a:r>
                <a:r>
                  <a:rPr lang="es-ES" sz="1100" dirty="0" err="1">
                    <a:latin typeface="Arial" panose="020B0604020202020204" pitchFamily="34" charset="0"/>
                    <a:cs typeface="Arial" panose="020B0604020202020204" pitchFamily="34" charset="0"/>
                  </a:rPr>
                  <a:t>anti-symmetric</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supermodes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Regarding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power</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distribution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setting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physical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coupling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half</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beating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a:t>
                </a:r>
                <a14:m>
                  <m:oMath xmlns:m="http://schemas.openxmlformats.org/officeDocument/2006/math">
                    <m:r>
                      <a:rPr lang="es-ES" sz="1100" i="1"/>
                      <m:t>𝐿</m:t>
                    </m:r>
                    <m:r>
                      <a:rPr lang="es-ES" sz="1100"/>
                      <m:t>=0.5</m:t>
                    </m:r>
                    <m:sSub>
                      <m:sSubPr>
                        <m:ctrlPr>
                          <a:rPr lang="es-ES" sz="1100" i="1"/>
                        </m:ctrlPr>
                      </m:sSubPr>
                      <m:e>
                        <m:r>
                          <a:rPr lang="es-ES" sz="1100" i="1"/>
                          <m:t>𝐿</m:t>
                        </m:r>
                      </m:e>
                      <m:sub>
                        <m:r>
                          <a:rPr lang="es-ES" sz="1100" i="1"/>
                          <m:t>𝜋</m:t>
                        </m:r>
                      </m:sub>
                    </m:sSub>
                  </m:oMath>
                </a14:m>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rigorously</a:t>
                </a:r>
                <a:r>
                  <a:rPr lang="es-ES" sz="1100" dirty="0">
                    <a:latin typeface="Arial" panose="020B0604020202020204" pitchFamily="34" charset="0"/>
                    <a:cs typeface="Arial" panose="020B0604020202020204" pitchFamily="34" charset="0"/>
                  </a:rPr>
                  <a:t> preserves </a:t>
                </a:r>
                <a:r>
                  <a:rPr lang="es-ES" sz="1100" dirty="0" err="1">
                    <a:latin typeface="Arial" panose="020B0604020202020204" pitchFamily="34" charset="0"/>
                    <a:cs typeface="Arial" panose="020B0604020202020204" pitchFamily="34" charset="0"/>
                  </a:rPr>
                  <a:t>an</a:t>
                </a:r>
                <a:r>
                  <a:rPr lang="es-ES" sz="1100" dirty="0">
                    <a:latin typeface="Arial" panose="020B0604020202020204" pitchFamily="34" charset="0"/>
                    <a:cs typeface="Arial" panose="020B0604020202020204" pitchFamily="34" charset="0"/>
                  </a:rPr>
                  <a:t> ideal 50:50 </a:t>
                </a:r>
                <a:r>
                  <a:rPr lang="es-ES" sz="1100" dirty="0" err="1">
                    <a:latin typeface="Arial" panose="020B0604020202020204" pitchFamily="34" charset="0"/>
                    <a:cs typeface="Arial" panose="020B0604020202020204" pitchFamily="34" charset="0"/>
                  </a:rPr>
                  <a:t>splitting</a:t>
                </a:r>
                <a:r>
                  <a:rPr lang="es-ES" sz="1100" dirty="0">
                    <a:latin typeface="Arial" panose="020B0604020202020204" pitchFamily="34" charset="0"/>
                    <a:cs typeface="Arial" panose="020B0604020202020204" pitchFamily="34" charset="0"/>
                  </a:rPr>
                  <a:t> ratio (0.5000 / 0.5000) </a:t>
                </a:r>
                <a:r>
                  <a:rPr lang="es-ES" sz="1100" dirty="0" err="1">
                    <a:latin typeface="Arial" panose="020B0604020202020204" pitchFamily="34" charset="0"/>
                    <a:cs typeface="Arial" panose="020B0604020202020204" pitchFamily="34" charset="0"/>
                  </a:rPr>
                  <a:t>across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all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evaluated</a:t>
                </a:r>
                <a:r>
                  <a:rPr lang="es-ES" sz="1100" dirty="0">
                    <a:latin typeface="Arial" panose="020B0604020202020204" pitchFamily="34" charset="0"/>
                    <a:cs typeface="Arial" panose="020B0604020202020204" pitchFamily="34" charset="0"/>
                  </a:rPr>
                  <a:t> gaps, </a:t>
                </a:r>
                <a:r>
                  <a:rPr lang="es-ES" sz="1100" dirty="0" err="1">
                    <a:latin typeface="Arial" panose="020B0604020202020204" pitchFamily="34" charset="0"/>
                    <a:cs typeface="Arial" panose="020B0604020202020204" pitchFamily="34" charset="0"/>
                  </a:rPr>
                  <a:t>verifying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that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3 dB </a:t>
                </a:r>
                <a:r>
                  <a:rPr lang="es-ES" sz="1100" dirty="0" err="1">
                    <a:latin typeface="Arial" panose="020B0604020202020204" pitchFamily="34" charset="0"/>
                    <a:cs typeface="Arial" panose="020B0604020202020204" pitchFamily="34" charset="0"/>
                  </a:rPr>
                  <a:t>power-division</a:t>
                </a:r>
                <a:r>
                  <a:rPr lang="es-ES" sz="1100" dirty="0">
                    <a:latin typeface="Arial" panose="020B0604020202020204" pitchFamily="34" charset="0"/>
                    <a:cs typeface="Arial" panose="020B0604020202020204" pitchFamily="34" charset="0"/>
                  </a:rPr>
                  <a:t> balance </a:t>
                </a:r>
                <a:r>
                  <a:rPr lang="es-ES" sz="1100" dirty="0" err="1">
                    <a:latin typeface="Arial" panose="020B0604020202020204" pitchFamily="34" charset="0"/>
                    <a:cs typeface="Arial" panose="020B0604020202020204" pitchFamily="34" charset="0"/>
                  </a:rPr>
                  <a:t>remains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structurally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invariant</a:t>
                </a:r>
                <a:r>
                  <a:rPr lang="es-ES" sz="1100" dirty="0">
                    <a:latin typeface="Arial" panose="020B0604020202020204" pitchFamily="34" charset="0"/>
                    <a:cs typeface="Arial" panose="020B0604020202020204" pitchFamily="34" charset="0"/>
                  </a:rPr>
                  <a:t> as </a:t>
                </a:r>
                <a:r>
                  <a:rPr lang="es-ES" sz="1100" dirty="0" err="1">
                    <a:latin typeface="Arial" panose="020B0604020202020204" pitchFamily="34" charset="0"/>
                    <a:cs typeface="Arial" panose="020B0604020202020204" pitchFamily="34" charset="0"/>
                  </a:rPr>
                  <a:t>long</a:t>
                </a:r>
                <a:r>
                  <a:rPr lang="es-ES" sz="1100" dirty="0">
                    <a:latin typeface="Arial" panose="020B0604020202020204" pitchFamily="34" charset="0"/>
                    <a:cs typeface="Arial" panose="020B0604020202020204" pitchFamily="34" charset="0"/>
                  </a:rPr>
                  <a:t> as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device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dynamically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scales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with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modal </a:t>
                </a:r>
                <a:r>
                  <a:rPr lang="es-ES" sz="1100" dirty="0" err="1">
                    <a:latin typeface="Arial" panose="020B0604020202020204" pitchFamily="34" charset="0"/>
                    <a:cs typeface="Arial" panose="020B0604020202020204" pitchFamily="34" charset="0"/>
                  </a:rPr>
                  <a:t>beating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period</a:t>
                </a:r>
                <a:r>
                  <a:rPr lang="es-ES" sz="1100" dirty="0">
                    <a:latin typeface="Arial" panose="020B0604020202020204" pitchFamily="34" charset="0"/>
                    <a:cs typeface="Arial" panose="020B0604020202020204" pitchFamily="34" charset="0"/>
                  </a:rPr>
                  <a:t>.</a:t>
                </a:r>
              </a:p>
              <a:p>
                <a:endParaRPr lang="es-ES" sz="1100" dirty="0">
                  <a:latin typeface="Arial" panose="020B0604020202020204" pitchFamily="34" charset="0"/>
                  <a:cs typeface="Arial" panose="020B0604020202020204" pitchFamily="34" charset="0"/>
                </a:endParaRPr>
              </a:p>
              <a:p>
                <a:r>
                  <a:rPr lang="es-ES" sz="1100" dirty="0">
                    <a:latin typeface="Arial" panose="020B0604020202020204" pitchFamily="34" charset="0"/>
                    <a:cs typeface="Arial" panose="020B0604020202020204" pitchFamily="34" charset="0"/>
                  </a:rPr>
                  <a:t>In </a:t>
                </a:r>
                <a:r>
                  <a:rPr lang="es-ES" sz="1100" dirty="0" err="1">
                    <a:latin typeface="Arial" panose="020B0604020202020204" pitchFamily="34" charset="0"/>
                    <a:cs typeface="Arial" panose="020B0604020202020204" pitchFamily="34" charset="0"/>
                  </a:rPr>
                  <a:t>contrast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monotonic</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increase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a:t>
                </a:r>
                <a14:m>
                  <m:oMath xmlns:m="http://schemas.openxmlformats.org/officeDocument/2006/math">
                    <m:sSub>
                      <m:sSubPr>
                        <m:ctrlPr>
                          <a:rPr lang="es-ES" sz="1100" i="1"/>
                        </m:ctrlPr>
                      </m:sSubPr>
                      <m:e>
                        <m:r>
                          <a:rPr lang="es-ES" sz="1100" i="1"/>
                          <m:t>𝐿</m:t>
                        </m:r>
                      </m:e>
                      <m:sub>
                        <m:r>
                          <a:rPr lang="es-ES" sz="1100" i="1"/>
                          <m:t>𝜋</m:t>
                        </m:r>
                      </m:sub>
                    </m:sSub>
                  </m:oMath>
                </a14:m>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excess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loss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exhibits</a:t>
                </a:r>
                <a:r>
                  <a:rPr lang="es-ES" sz="1100" dirty="0">
                    <a:latin typeface="Arial" panose="020B0604020202020204" pitchFamily="34" charset="0"/>
                    <a:cs typeface="Arial" panose="020B0604020202020204" pitchFamily="34" charset="0"/>
                  </a:rPr>
                  <a:t> a </a:t>
                </a:r>
                <a:r>
                  <a:rPr lang="es-ES" sz="1100" dirty="0" err="1">
                    <a:latin typeface="Arial" panose="020B0604020202020204" pitchFamily="34" charset="0"/>
                    <a:cs typeface="Arial" panose="020B0604020202020204" pitchFamily="34" charset="0"/>
                  </a:rPr>
                  <a:t>pronounced</a:t>
                </a:r>
                <a:r>
                  <a:rPr lang="es-ES" sz="1100" dirty="0">
                    <a:latin typeface="Arial" panose="020B0604020202020204" pitchFamily="34" charset="0"/>
                    <a:cs typeface="Arial" panose="020B0604020202020204" pitchFamily="34" charset="0"/>
                  </a:rPr>
                  <a:t> non-</a:t>
                </a:r>
                <a:r>
                  <a:rPr lang="es-ES" sz="1100" dirty="0" err="1">
                    <a:latin typeface="Arial" panose="020B0604020202020204" pitchFamily="34" charset="0"/>
                    <a:cs typeface="Arial" panose="020B0604020202020204" pitchFamily="34" charset="0"/>
                  </a:rPr>
                  <a:t>monotonic</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profile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across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sweep</a:t>
                </a:r>
                <a:r>
                  <a:rPr lang="es-ES" sz="1100" dirty="0">
                    <a:latin typeface="Arial" panose="020B0604020202020204" pitchFamily="34" charset="0"/>
                    <a:cs typeface="Arial" panose="020B0604020202020204" pitchFamily="34" charset="0"/>
                  </a:rPr>
                  <a:t>. At </a:t>
                </a:r>
                <a:r>
                  <a:rPr lang="es-ES" sz="1100" dirty="0" err="1">
                    <a:latin typeface="Arial" panose="020B0604020202020204" pitchFamily="34" charset="0"/>
                    <a:cs typeface="Arial" panose="020B0604020202020204" pitchFamily="34" charset="0"/>
                  </a:rPr>
                  <a:t>narrow</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separations</a:t>
                </a:r>
                <a:r>
                  <a:rPr lang="es-ES" sz="1100" dirty="0">
                    <a:latin typeface="Arial" panose="020B0604020202020204" pitchFamily="34" charset="0"/>
                    <a:cs typeface="Arial" panose="020B0604020202020204" pitchFamily="34" charset="0"/>
                  </a:rPr>
                  <a:t> (0.6 µm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0.7 µm),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coupler</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incurs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moderate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insertion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penalties</a:t>
                </a:r>
                <a:r>
                  <a:rPr lang="es-ES" sz="1100" dirty="0">
                    <a:latin typeface="Arial" panose="020B0604020202020204" pitchFamily="34" charset="0"/>
                    <a:cs typeface="Arial" panose="020B0604020202020204" pitchFamily="34" charset="0"/>
                  </a:rPr>
                  <a:t> (0.1851 dB at 0.6 µm) </a:t>
                </a:r>
                <a:r>
                  <a:rPr lang="es-ES" sz="1100" dirty="0" err="1">
                    <a:latin typeface="Arial" panose="020B0604020202020204" pitchFamily="34" charset="0"/>
                    <a:cs typeface="Arial" panose="020B0604020202020204" pitchFamily="34" charset="0"/>
                  </a:rPr>
                  <a:t>caused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by</a:t>
                </a:r>
                <a:r>
                  <a:rPr lang="es-ES" sz="1100" dirty="0">
                    <a:latin typeface="Arial" panose="020B0604020202020204" pitchFamily="34" charset="0"/>
                    <a:cs typeface="Arial" panose="020B0604020202020204" pitchFamily="34" charset="0"/>
                  </a:rPr>
                  <a:t> modal </a:t>
                </a:r>
                <a:r>
                  <a:rPr lang="es-ES" sz="1100" dirty="0" err="1">
                    <a:latin typeface="Arial" panose="020B0604020202020204" pitchFamily="34" charset="0"/>
                    <a:cs typeface="Arial" panose="020B0604020202020204" pitchFamily="34" charset="0"/>
                  </a:rPr>
                  <a:t>mismatch</a:t>
                </a:r>
                <a:r>
                  <a:rPr lang="es-ES" sz="1100" dirty="0">
                    <a:latin typeface="Arial" panose="020B0604020202020204" pitchFamily="34" charset="0"/>
                    <a:cs typeface="Arial" panose="020B0604020202020204" pitchFamily="34" charset="0"/>
                  </a:rPr>
                  <a:t> and </a:t>
                </a:r>
                <a:r>
                  <a:rPr lang="es-ES" sz="1100" dirty="0" err="1">
                    <a:latin typeface="Arial" panose="020B0604020202020204" pitchFamily="34" charset="0"/>
                    <a:cs typeface="Arial" panose="020B0604020202020204" pitchFamily="34" charset="0"/>
                  </a:rPr>
                  <a:t>abrupt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wavefront</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perturbation</a:t>
                </a:r>
                <a:r>
                  <a:rPr lang="es-ES" sz="1100" dirty="0">
                    <a:latin typeface="Arial" panose="020B0604020202020204" pitchFamily="34" charset="0"/>
                    <a:cs typeface="Arial" panose="020B0604020202020204" pitchFamily="34" charset="0"/>
                  </a:rPr>
                  <a:t>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interface </a:t>
                </a:r>
                <a:r>
                  <a:rPr lang="es-ES" sz="1100" dirty="0" err="1">
                    <a:latin typeface="Arial" panose="020B0604020202020204" pitchFamily="34" charset="0"/>
                    <a:cs typeface="Arial" panose="020B0604020202020204" pitchFamily="34" charset="0"/>
                  </a:rPr>
                  <a:t>between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isolated</a:t>
                </a:r>
                <a:r>
                  <a:rPr lang="es-ES" sz="1100" dirty="0">
                    <a:latin typeface="Arial" panose="020B0604020202020204" pitchFamily="34" charset="0"/>
                    <a:cs typeface="Arial" panose="020B0604020202020204" pitchFamily="34" charset="0"/>
                  </a:rPr>
                  <a:t> input </a:t>
                </a:r>
                <a:r>
                  <a:rPr lang="es-ES" sz="1100" dirty="0" err="1">
                    <a:latin typeface="Arial" panose="020B0604020202020204" pitchFamily="34" charset="0"/>
                    <a:cs typeface="Arial" panose="020B0604020202020204" pitchFamily="34" charset="0"/>
                  </a:rPr>
                  <a:t>access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waveguides</a:t>
                </a:r>
                <a:r>
                  <a:rPr lang="es-ES" sz="1100" dirty="0">
                    <a:latin typeface="Arial" panose="020B0604020202020204" pitchFamily="34" charset="0"/>
                    <a:cs typeface="Arial" panose="020B0604020202020204" pitchFamily="34" charset="0"/>
                  </a:rPr>
                  <a:t> and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tightly</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coupled</a:t>
                </a:r>
                <a:r>
                  <a:rPr lang="es-ES" sz="1100" dirty="0">
                    <a:latin typeface="Arial" panose="020B0604020202020204" pitchFamily="34" charset="0"/>
                    <a:cs typeface="Arial" panose="020B0604020202020204" pitchFamily="34" charset="0"/>
                  </a:rPr>
                  <a:t> dual-</a:t>
                </a:r>
                <a:r>
                  <a:rPr lang="es-ES" sz="1100" dirty="0" err="1">
                    <a:latin typeface="Arial" panose="020B0604020202020204" pitchFamily="34" charset="0"/>
                    <a:cs typeface="Arial" panose="020B0604020202020204" pitchFamily="34" charset="0"/>
                  </a:rPr>
                  <a:t>core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section</a:t>
                </a:r>
                <a:r>
                  <a:rPr lang="es-ES" sz="1100" dirty="0">
                    <a:latin typeface="Arial" panose="020B0604020202020204" pitchFamily="34" charset="0"/>
                    <a:cs typeface="Arial" panose="020B0604020202020204" pitchFamily="34" charset="0"/>
                  </a:rPr>
                  <a:t>. The </a:t>
                </a:r>
                <a:r>
                  <a:rPr lang="es-ES" sz="1100" dirty="0" err="1">
                    <a:latin typeface="Arial" panose="020B0604020202020204" pitchFamily="34" charset="0"/>
                    <a:cs typeface="Arial" panose="020B0604020202020204" pitchFamily="34" charset="0"/>
                  </a:rPr>
                  <a:t>optimal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transmission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window</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achieved</a:t>
                </a:r>
                <a:r>
                  <a:rPr lang="es-ES" sz="1100" dirty="0">
                    <a:latin typeface="Arial" panose="020B0604020202020204" pitchFamily="34" charset="0"/>
                    <a:cs typeface="Arial" panose="020B0604020202020204" pitchFamily="34" charset="0"/>
                  </a:rPr>
                  <a:t> at a gap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0.8 µm, </a:t>
                </a:r>
                <a:r>
                  <a:rPr lang="es-ES" sz="1100" dirty="0" err="1">
                    <a:latin typeface="Arial" panose="020B0604020202020204" pitchFamily="34" charset="0"/>
                    <a:cs typeface="Arial" panose="020B0604020202020204" pitchFamily="34" charset="0"/>
                  </a:rPr>
                  <a:t>where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excess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loss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reaches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its</a:t>
                </a:r>
                <a:r>
                  <a:rPr lang="es-ES" sz="1100" dirty="0">
                    <a:latin typeface="Arial" panose="020B0604020202020204" pitchFamily="34" charset="0"/>
                    <a:cs typeface="Arial" panose="020B0604020202020204" pitchFamily="34" charset="0"/>
                  </a:rPr>
                  <a:t> global </a:t>
                </a:r>
                <a:r>
                  <a:rPr lang="es-ES" sz="1100" dirty="0" err="1">
                    <a:latin typeface="Arial" panose="020B0604020202020204" pitchFamily="34" charset="0"/>
                    <a:cs typeface="Arial" panose="020B0604020202020204" pitchFamily="34" charset="0"/>
                  </a:rPr>
                  <a:t>minimum</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0.0976 dB (</a:t>
                </a:r>
                <a:r>
                  <a:rPr lang="es-ES" sz="1100" dirty="0" err="1">
                    <a:latin typeface="Arial" panose="020B0604020202020204" pitchFamily="34" charset="0"/>
                    <a:cs typeface="Arial" panose="020B0604020202020204" pitchFamily="34" charset="0"/>
                  </a:rPr>
                  <a:t>corresponding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97.78% total </a:t>
                </a:r>
                <a:r>
                  <a:rPr lang="es-ES" sz="1100" dirty="0" err="1">
                    <a:latin typeface="Arial" panose="020B0604020202020204" pitchFamily="34" charset="0"/>
                    <a:cs typeface="Arial" panose="020B0604020202020204" pitchFamily="34" charset="0"/>
                  </a:rPr>
                  <a:t>transmitted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power</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with</a:t>
                </a:r>
                <a:r>
                  <a:rPr lang="es-ES" sz="1100" dirty="0">
                    <a:latin typeface="Arial" panose="020B0604020202020204" pitchFamily="34" charset="0"/>
                    <a:cs typeface="Arial" panose="020B0604020202020204" pitchFamily="34" charset="0"/>
                  </a:rPr>
                  <a:t> a compact </a:t>
                </a:r>
                <a:r>
                  <a:rPr lang="es-ES" sz="1100" dirty="0" err="1">
                    <a:latin typeface="Arial" panose="020B0604020202020204" pitchFamily="34" charset="0"/>
                    <a:cs typeface="Arial" panose="020B0604020202020204" pitchFamily="34" charset="0"/>
                  </a:rPr>
                  <a:t>interaction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of</a:t>
                </a:r>
                <a:r>
                  <a:rPr lang="es-ES" sz="1100" dirty="0">
                    <a:latin typeface="Arial" panose="020B0604020202020204" pitchFamily="34" charset="0"/>
                    <a:cs typeface="Arial" panose="020B0604020202020204" pitchFamily="34" charset="0"/>
                  </a:rPr>
                  <a:t> 86.98 µm. </a:t>
                </a:r>
                <a:r>
                  <a:rPr lang="es-ES" sz="1100" dirty="0" err="1">
                    <a:latin typeface="Arial" panose="020B0604020202020204" pitchFamily="34" charset="0"/>
                    <a:cs typeface="Arial" panose="020B0604020202020204" pitchFamily="34" charset="0"/>
                  </a:rPr>
                  <a:t>Beyond</a:t>
                </a:r>
                <a:r>
                  <a:rPr lang="es-ES" sz="1100" dirty="0">
                    <a:latin typeface="Arial" panose="020B0604020202020204" pitchFamily="34" charset="0"/>
                    <a:cs typeface="Arial" panose="020B0604020202020204" pitchFamily="34" charset="0"/>
                  </a:rPr>
                  <a:t> a 0.9 µm gap,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excess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loss</a:t>
                </a:r>
                <a:r>
                  <a:rPr lang="es-ES" sz="1100" dirty="0">
                    <a:latin typeface="Arial" panose="020B0604020202020204" pitchFamily="34" charset="0"/>
                    <a:cs typeface="Arial" panose="020B0604020202020204" pitchFamily="34" charset="0"/>
                  </a:rPr>
                  <a:t> degrades </a:t>
                </a:r>
                <a:r>
                  <a:rPr lang="es-ES" sz="1100" dirty="0" err="1">
                    <a:latin typeface="Arial" panose="020B0604020202020204" pitchFamily="34" charset="0"/>
                    <a:cs typeface="Arial" panose="020B0604020202020204" pitchFamily="34" charset="0"/>
                  </a:rPr>
                  <a:t>rapidly</a:t>
                </a:r>
                <a:r>
                  <a:rPr lang="es-ES" sz="1100" dirty="0">
                    <a:latin typeface="Arial" panose="020B0604020202020204" pitchFamily="34" charset="0"/>
                    <a:cs typeface="Arial" panose="020B0604020202020204" pitchFamily="34" charset="0"/>
                  </a:rPr>
                  <a:t>—</a:t>
                </a:r>
                <a:r>
                  <a:rPr lang="es-ES" sz="1100" dirty="0" err="1">
                    <a:latin typeface="Arial" panose="020B0604020202020204" pitchFamily="34" charset="0"/>
                    <a:cs typeface="Arial" panose="020B0604020202020204" pitchFamily="34" charset="0"/>
                  </a:rPr>
                  <a:t>rising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0.3351 dB at 1.1 µm and </a:t>
                </a:r>
                <a:r>
                  <a:rPr lang="es-ES" sz="1100" dirty="0" err="1">
                    <a:latin typeface="Arial" panose="020B0604020202020204" pitchFamily="34" charset="0"/>
                    <a:cs typeface="Arial" panose="020B0604020202020204" pitchFamily="34" charset="0"/>
                  </a:rPr>
                  <a:t>reaching</a:t>
                </a:r>
                <a:r>
                  <a:rPr lang="es-ES" sz="1100" dirty="0">
                    <a:latin typeface="Arial" panose="020B0604020202020204" pitchFamily="34" charset="0"/>
                    <a:cs typeface="Arial" panose="020B0604020202020204" pitchFamily="34" charset="0"/>
                  </a:rPr>
                  <a:t> 1.7729 dB at 1.6 µm—</a:t>
                </a:r>
                <a:r>
                  <a:rPr lang="es-ES" sz="1100" dirty="0" err="1">
                    <a:latin typeface="Arial" panose="020B0604020202020204" pitchFamily="34" charset="0"/>
                    <a:cs typeface="Arial" panose="020B0604020202020204" pitchFamily="34" charset="0"/>
                  </a:rPr>
                  <a:t>because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required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coupling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length</a:t>
                </a:r>
                <a:r>
                  <a:rPr lang="es-ES" sz="1100" dirty="0">
                    <a:latin typeface="Arial" panose="020B0604020202020204" pitchFamily="34" charset="0"/>
                    <a:cs typeface="Arial" panose="020B0604020202020204" pitchFamily="34" charset="0"/>
                  </a:rPr>
                  <a:t> surges up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946.23 µm, </a:t>
                </a:r>
                <a:r>
                  <a:rPr lang="es-ES" sz="1100" dirty="0" err="1">
                    <a:latin typeface="Arial" panose="020B0604020202020204" pitchFamily="34" charset="0"/>
                    <a:cs typeface="Arial" panose="020B0604020202020204" pitchFamily="34" charset="0"/>
                  </a:rPr>
                  <a:t>exacerbating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radiation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leakage</a:t>
                </a:r>
                <a:r>
                  <a:rPr lang="es-ES" sz="1100" dirty="0">
                    <a:latin typeface="Arial" panose="020B0604020202020204" pitchFamily="34" charset="0"/>
                    <a:cs typeface="Arial" panose="020B0604020202020204" pitchFamily="34" charset="0"/>
                  </a:rPr>
                  <a:t> and cumulative </a:t>
                </a:r>
                <a:r>
                  <a:rPr lang="es-ES" sz="1100" dirty="0" err="1">
                    <a:latin typeface="Arial" panose="020B0604020202020204" pitchFamily="34" charset="0"/>
                    <a:cs typeface="Arial" panose="020B0604020202020204" pitchFamily="34" charset="0"/>
                  </a:rPr>
                  <a:t>scattering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along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extended EME </a:t>
                </a:r>
                <a:r>
                  <a:rPr lang="es-ES" sz="1100" dirty="0" err="1">
                    <a:latin typeface="Arial" panose="020B0604020202020204" pitchFamily="34" charset="0"/>
                    <a:cs typeface="Arial" panose="020B0604020202020204" pitchFamily="34" charset="0"/>
                  </a:rPr>
                  <a:t>propagation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path</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Consequently</a:t>
                </a:r>
                <a:r>
                  <a:rPr lang="es-ES" sz="1100" dirty="0">
                    <a:latin typeface="Arial" panose="020B0604020202020204" pitchFamily="34" charset="0"/>
                    <a:cs typeface="Arial" panose="020B0604020202020204" pitchFamily="34" charset="0"/>
                  </a:rPr>
                  <a:t>, a 0.8 µm gap </a:t>
                </a:r>
                <a:r>
                  <a:rPr lang="es-ES" sz="1100" dirty="0" err="1">
                    <a:latin typeface="Arial" panose="020B0604020202020204" pitchFamily="34" charset="0"/>
                    <a:cs typeface="Arial" panose="020B0604020202020204" pitchFamily="34" charset="0"/>
                  </a:rPr>
                  <a:t>represents</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the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optimal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design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trade</a:t>
                </a:r>
                <a:r>
                  <a:rPr lang="es-ES" sz="1100" dirty="0">
                    <a:latin typeface="Arial" panose="020B0604020202020204" pitchFamily="34" charset="0"/>
                    <a:cs typeface="Arial" panose="020B0604020202020204" pitchFamily="34" charset="0"/>
                  </a:rPr>
                  <a:t>-off </a:t>
                </a:r>
                <a:r>
                  <a:rPr lang="es-ES" sz="1100" dirty="0" err="1">
                    <a:latin typeface="Arial" panose="020B0604020202020204" pitchFamily="34" charset="0"/>
                    <a:cs typeface="Arial" panose="020B0604020202020204" pitchFamily="34" charset="0"/>
                  </a:rPr>
                  <a:t>for</a:t>
                </a:r>
                <a:r>
                  <a:rPr lang="es-ES" sz="1100" dirty="0">
                    <a:latin typeface="Arial" panose="020B0604020202020204" pitchFamily="34" charset="0"/>
                    <a:cs typeface="Arial" panose="020B0604020202020204" pitchFamily="34" charset="0"/>
                  </a:rPr>
                  <a:t> a 2x2 3 dB </a:t>
                </a:r>
                <a:r>
                  <a:rPr lang="es-ES" sz="1100" dirty="0" err="1">
                    <a:latin typeface="Arial" panose="020B0604020202020204" pitchFamily="34" charset="0"/>
                    <a:cs typeface="Arial" panose="020B0604020202020204" pitchFamily="34" charset="0"/>
                  </a:rPr>
                  <a:t>splitter</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providing</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minimum</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insertion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loss</a:t>
                </a:r>
                <a:r>
                  <a:rPr lang="es-ES" sz="1100" dirty="0">
                    <a:latin typeface="Arial" panose="020B0604020202020204" pitchFamily="34" charset="0"/>
                    <a:cs typeface="Arial" panose="020B0604020202020204" pitchFamily="34" charset="0"/>
                  </a:rPr>
                  <a:t> (&lt; 0.1 dB), a </a:t>
                </a:r>
                <a:r>
                  <a:rPr lang="es-ES" sz="1100" dirty="0" err="1">
                    <a:latin typeface="Arial" panose="020B0604020202020204" pitchFamily="34" charset="0"/>
                    <a:cs typeface="Arial" panose="020B0604020202020204" pitchFamily="34" charset="0"/>
                  </a:rPr>
                  <a:t>minimal</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footprint</a:t>
                </a:r>
                <a:r>
                  <a:rPr lang="es-ES" sz="1100" dirty="0">
                    <a:latin typeface="Arial" panose="020B0604020202020204" pitchFamily="34" charset="0"/>
                    <a:cs typeface="Arial" panose="020B0604020202020204" pitchFamily="34" charset="0"/>
                  </a:rPr>
                  <a:t>, and superior </a:t>
                </a:r>
                <a:r>
                  <a:rPr lang="es-ES" sz="1100" dirty="0" err="1">
                    <a:latin typeface="Arial" panose="020B0604020202020204" pitchFamily="34" charset="0"/>
                    <a:cs typeface="Arial" panose="020B0604020202020204" pitchFamily="34" charset="0"/>
                  </a:rPr>
                  <a:t>fabrication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tolerance</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compared</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to</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sub-micron</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lithographic</a:t>
                </a:r>
                <a:r>
                  <a:rPr lang="es-ES" sz="1100" dirty="0">
                    <a:latin typeface="Arial" panose="020B0604020202020204" pitchFamily="34" charset="0"/>
                    <a:cs typeface="Arial" panose="020B0604020202020204" pitchFamily="34" charset="0"/>
                  </a:rPr>
                  <a:t> </a:t>
                </a:r>
                <a:r>
                  <a:rPr lang="es-ES" sz="1100" dirty="0" err="1">
                    <a:latin typeface="Arial" panose="020B0604020202020204" pitchFamily="34" charset="0"/>
                    <a:cs typeface="Arial" panose="020B0604020202020204" pitchFamily="34" charset="0"/>
                  </a:rPr>
                  <a:t>limits</a:t>
                </a:r>
                <a:r>
                  <a:rPr lang="es-ES" sz="11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B6D8B529-EC39-AF8D-1E96-F6CABFA30C47}"/>
                  </a:ext>
                </a:extLst>
              </p:cNvPr>
              <p:cNvSpPr txBox="1">
                <a:spLocks noRot="1" noChangeAspect="1" noMove="1" noResize="1" noEditPoints="1" noAdjustHandles="1" noChangeArrowheads="1" noChangeShapeType="1" noTextEdit="1"/>
              </p:cNvSpPr>
              <p:nvPr/>
            </p:nvSpPr>
            <p:spPr>
              <a:xfrm>
                <a:off x="609441" y="3518342"/>
                <a:ext cx="11199971" cy="2477601"/>
              </a:xfrm>
              <a:prstGeom prst="rect">
                <a:avLst/>
              </a:prstGeom>
              <a:blipFill>
                <a:blip r:embed="rId4"/>
                <a:stretch>
                  <a:fillRect r="-109"/>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6DAF9A7E-A176-603A-DF37-FE4EA588A712}"/>
              </a:ext>
            </a:extLst>
          </p:cNvPr>
          <p:cNvSpPr/>
          <p:nvPr/>
        </p:nvSpPr>
        <p:spPr>
          <a:xfrm>
            <a:off x="609441" y="205143"/>
            <a:ext cx="11199971" cy="314765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8CBBBC15-7AEC-5FF0-97B3-932FEC114262}"/>
              </a:ext>
            </a:extLst>
          </p:cNvPr>
          <p:cNvSpPr txBox="1"/>
          <p:nvPr/>
        </p:nvSpPr>
        <p:spPr>
          <a:xfrm>
            <a:off x="2176347" y="353285"/>
            <a:ext cx="7382106" cy="307777"/>
          </a:xfrm>
          <a:prstGeom prst="rect">
            <a:avLst/>
          </a:prstGeom>
          <a:noFill/>
        </p:spPr>
        <p:txBody>
          <a:bodyPr wrap="square">
            <a:spAutoFit/>
          </a:bodyPr>
          <a:lstStyle/>
          <a:p>
            <a:r>
              <a:rPr lang="es-ES" sz="1400" dirty="0"/>
              <a:t>Gap 1,4</a:t>
            </a:r>
          </a:p>
        </p:txBody>
      </p:sp>
      <p:sp>
        <p:nvSpPr>
          <p:cNvPr id="10" name="CuadroTexto 9">
            <a:extLst>
              <a:ext uri="{FF2B5EF4-FFF2-40B4-BE49-F238E27FC236}">
                <a16:creationId xmlns:a16="http://schemas.microsoft.com/office/drawing/2014/main" id="{300D1B20-8706-EDC9-1616-E7E6A12F3226}"/>
              </a:ext>
            </a:extLst>
          </p:cNvPr>
          <p:cNvSpPr txBox="1"/>
          <p:nvPr/>
        </p:nvSpPr>
        <p:spPr>
          <a:xfrm>
            <a:off x="7712927" y="366902"/>
            <a:ext cx="7382106" cy="307777"/>
          </a:xfrm>
          <a:prstGeom prst="rect">
            <a:avLst/>
          </a:prstGeom>
          <a:noFill/>
        </p:spPr>
        <p:txBody>
          <a:bodyPr wrap="square">
            <a:spAutoFit/>
          </a:bodyPr>
          <a:lstStyle/>
          <a:p>
            <a:r>
              <a:rPr lang="es-ES" sz="1400" dirty="0"/>
              <a:t>Gap 1,5</a:t>
            </a:r>
          </a:p>
        </p:txBody>
      </p:sp>
      <p:sp>
        <p:nvSpPr>
          <p:cNvPr id="12" name="CuadroTexto 11">
            <a:extLst>
              <a:ext uri="{FF2B5EF4-FFF2-40B4-BE49-F238E27FC236}">
                <a16:creationId xmlns:a16="http://schemas.microsoft.com/office/drawing/2014/main" id="{92579AA9-5D48-5207-0CBC-17EB9982F68C}"/>
              </a:ext>
            </a:extLst>
          </p:cNvPr>
          <p:cNvSpPr txBox="1"/>
          <p:nvPr/>
        </p:nvSpPr>
        <p:spPr>
          <a:xfrm>
            <a:off x="1600200" y="1565246"/>
            <a:ext cx="7382106" cy="307777"/>
          </a:xfrm>
          <a:prstGeom prst="rect">
            <a:avLst/>
          </a:prstGeom>
          <a:noFill/>
        </p:spPr>
        <p:txBody>
          <a:bodyPr wrap="square">
            <a:spAutoFit/>
          </a:bodyPr>
          <a:lstStyle/>
          <a:p>
            <a:r>
              <a:rPr lang="es-ES" sz="1400" dirty="0"/>
              <a:t>Gap 1,6</a:t>
            </a:r>
          </a:p>
        </p:txBody>
      </p:sp>
      <p:pic>
        <p:nvPicPr>
          <p:cNvPr id="14" name="Imagen 13">
            <a:extLst>
              <a:ext uri="{FF2B5EF4-FFF2-40B4-BE49-F238E27FC236}">
                <a16:creationId xmlns:a16="http://schemas.microsoft.com/office/drawing/2014/main" id="{235D86DD-2AEE-0D3E-9C4F-26BEB9C5B640}"/>
              </a:ext>
            </a:extLst>
          </p:cNvPr>
          <p:cNvPicPr>
            <a:picLocks noChangeAspect="1"/>
          </p:cNvPicPr>
          <p:nvPr/>
        </p:nvPicPr>
        <p:blipFill>
          <a:blip r:embed="rId5"/>
          <a:stretch>
            <a:fillRect/>
          </a:stretch>
        </p:blipFill>
        <p:spPr>
          <a:xfrm>
            <a:off x="4205251" y="304800"/>
            <a:ext cx="1662149" cy="1286585"/>
          </a:xfrm>
          <a:prstGeom prst="rect">
            <a:avLst/>
          </a:prstGeom>
        </p:spPr>
      </p:pic>
      <p:pic>
        <p:nvPicPr>
          <p:cNvPr id="17" name="Imagen 16">
            <a:extLst>
              <a:ext uri="{FF2B5EF4-FFF2-40B4-BE49-F238E27FC236}">
                <a16:creationId xmlns:a16="http://schemas.microsoft.com/office/drawing/2014/main" id="{00EE4D26-1E07-542B-E65C-F490FD7ABDAF}"/>
              </a:ext>
            </a:extLst>
          </p:cNvPr>
          <p:cNvPicPr>
            <a:picLocks noChangeAspect="1"/>
          </p:cNvPicPr>
          <p:nvPr/>
        </p:nvPicPr>
        <p:blipFill>
          <a:blip r:embed="rId6"/>
          <a:stretch>
            <a:fillRect/>
          </a:stretch>
        </p:blipFill>
        <p:spPr>
          <a:xfrm>
            <a:off x="768038" y="755944"/>
            <a:ext cx="3352959" cy="533689"/>
          </a:xfrm>
          <a:prstGeom prst="rect">
            <a:avLst/>
          </a:prstGeom>
        </p:spPr>
      </p:pic>
      <p:pic>
        <p:nvPicPr>
          <p:cNvPr id="19" name="Imagen 18">
            <a:extLst>
              <a:ext uri="{FF2B5EF4-FFF2-40B4-BE49-F238E27FC236}">
                <a16:creationId xmlns:a16="http://schemas.microsoft.com/office/drawing/2014/main" id="{46A84B2E-4191-7ADA-6B1A-97F403A54586}"/>
              </a:ext>
            </a:extLst>
          </p:cNvPr>
          <p:cNvPicPr>
            <a:picLocks noChangeAspect="1"/>
          </p:cNvPicPr>
          <p:nvPr/>
        </p:nvPicPr>
        <p:blipFill>
          <a:blip r:embed="rId7"/>
          <a:stretch>
            <a:fillRect/>
          </a:stretch>
        </p:blipFill>
        <p:spPr>
          <a:xfrm>
            <a:off x="10015652" y="304800"/>
            <a:ext cx="1664557" cy="1300321"/>
          </a:xfrm>
          <a:prstGeom prst="rect">
            <a:avLst/>
          </a:prstGeom>
        </p:spPr>
      </p:pic>
      <p:pic>
        <p:nvPicPr>
          <p:cNvPr id="21" name="Imagen 20">
            <a:extLst>
              <a:ext uri="{FF2B5EF4-FFF2-40B4-BE49-F238E27FC236}">
                <a16:creationId xmlns:a16="http://schemas.microsoft.com/office/drawing/2014/main" id="{E8D110BC-A530-7959-2275-C274CFA3A2F8}"/>
              </a:ext>
            </a:extLst>
          </p:cNvPr>
          <p:cNvPicPr>
            <a:picLocks noChangeAspect="1"/>
          </p:cNvPicPr>
          <p:nvPr/>
        </p:nvPicPr>
        <p:blipFill>
          <a:blip r:embed="rId8"/>
          <a:stretch>
            <a:fillRect/>
          </a:stretch>
        </p:blipFill>
        <p:spPr>
          <a:xfrm>
            <a:off x="5969388" y="704910"/>
            <a:ext cx="4003749" cy="630348"/>
          </a:xfrm>
          <a:prstGeom prst="rect">
            <a:avLst/>
          </a:prstGeom>
        </p:spPr>
      </p:pic>
      <p:pic>
        <p:nvPicPr>
          <p:cNvPr id="23" name="Imagen 22">
            <a:extLst>
              <a:ext uri="{FF2B5EF4-FFF2-40B4-BE49-F238E27FC236}">
                <a16:creationId xmlns:a16="http://schemas.microsoft.com/office/drawing/2014/main" id="{305F68BD-C90A-625E-A980-C8807682AD7E}"/>
              </a:ext>
            </a:extLst>
          </p:cNvPr>
          <p:cNvPicPr>
            <a:picLocks noChangeAspect="1"/>
          </p:cNvPicPr>
          <p:nvPr/>
        </p:nvPicPr>
        <p:blipFill>
          <a:blip r:embed="rId9"/>
          <a:stretch>
            <a:fillRect/>
          </a:stretch>
        </p:blipFill>
        <p:spPr>
          <a:xfrm>
            <a:off x="685800" y="1821373"/>
            <a:ext cx="5028438" cy="774275"/>
          </a:xfrm>
          <a:prstGeom prst="rect">
            <a:avLst/>
          </a:prstGeom>
        </p:spPr>
      </p:pic>
      <p:pic>
        <p:nvPicPr>
          <p:cNvPr id="25" name="Imagen 24">
            <a:extLst>
              <a:ext uri="{FF2B5EF4-FFF2-40B4-BE49-F238E27FC236}">
                <a16:creationId xmlns:a16="http://schemas.microsoft.com/office/drawing/2014/main" id="{C6AA0AD6-C2BB-78AD-28A4-37EDFA21B48D}"/>
              </a:ext>
            </a:extLst>
          </p:cNvPr>
          <p:cNvPicPr>
            <a:picLocks noChangeAspect="1"/>
          </p:cNvPicPr>
          <p:nvPr/>
        </p:nvPicPr>
        <p:blipFill>
          <a:blip r:embed="rId10"/>
          <a:stretch>
            <a:fillRect/>
          </a:stretch>
        </p:blipFill>
        <p:spPr>
          <a:xfrm>
            <a:off x="6007025" y="1371600"/>
            <a:ext cx="1917775" cy="1480022"/>
          </a:xfrm>
          <a:prstGeom prst="rect">
            <a:avLst/>
          </a:prstGeom>
        </p:spPr>
      </p:pic>
    </p:spTree>
    <p:extLst>
      <p:ext uri="{BB962C8B-B14F-4D97-AF65-F5344CB8AC3E}">
        <p14:creationId xmlns:p14="http://schemas.microsoft.com/office/powerpoint/2010/main" val="268132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pic>
        <p:nvPicPr>
          <p:cNvPr id="7" name="Imagen 6">
            <a:extLst>
              <a:ext uri="{FF2B5EF4-FFF2-40B4-BE49-F238E27FC236}">
                <a16:creationId xmlns:a16="http://schemas.microsoft.com/office/drawing/2014/main" id="{329B42A5-9A07-F6F1-56B7-8CA52E615CC5}"/>
              </a:ext>
            </a:extLst>
          </p:cNvPr>
          <p:cNvPicPr>
            <a:picLocks noChangeAspect="1"/>
          </p:cNvPicPr>
          <p:nvPr/>
        </p:nvPicPr>
        <p:blipFill>
          <a:blip r:embed="rId7"/>
          <a:stretch>
            <a:fillRect/>
          </a:stretch>
        </p:blipFill>
        <p:spPr>
          <a:xfrm>
            <a:off x="6400800" y="1264172"/>
            <a:ext cx="5210175" cy="3231628"/>
          </a:xfrm>
          <a:prstGeom prst="rect">
            <a:avLst/>
          </a:prstGeom>
        </p:spPr>
      </p:pic>
      <p:pic>
        <p:nvPicPr>
          <p:cNvPr id="11" name="Imagen 10">
            <a:extLst>
              <a:ext uri="{FF2B5EF4-FFF2-40B4-BE49-F238E27FC236}">
                <a16:creationId xmlns:a16="http://schemas.microsoft.com/office/drawing/2014/main" id="{B1346B8E-512E-6C51-09FB-86EB0E0E2BAE}"/>
              </a:ext>
            </a:extLst>
          </p:cNvPr>
          <p:cNvPicPr>
            <a:picLocks noChangeAspect="1"/>
          </p:cNvPicPr>
          <p:nvPr/>
        </p:nvPicPr>
        <p:blipFill>
          <a:blip r:embed="rId8"/>
          <a:stretch>
            <a:fillRect/>
          </a:stretch>
        </p:blipFill>
        <p:spPr>
          <a:xfrm>
            <a:off x="818830" y="1260417"/>
            <a:ext cx="5067780" cy="3231628"/>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B5029729-ADF3-3B30-4FF9-83BE1DB82BD7}"/>
                  </a:ext>
                </a:extLst>
              </p:cNvPr>
              <p:cNvSpPr txBox="1"/>
              <p:nvPr/>
            </p:nvSpPr>
            <p:spPr>
              <a:xfrm>
                <a:off x="609441" y="4563018"/>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r>
                  <a:rPr lang="es-ES" sz="1200" dirty="0">
                    <a:latin typeface="Arial" panose="020B0604020202020204" pitchFamily="34" charset="0"/>
                    <a:cs typeface="Arial" panose="020B0604020202020204" pitchFamily="34" charset="0"/>
                  </a:rPr>
                  <a:t>The MMI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achieves</a:t>
                </a:r>
                <a:r>
                  <a:rPr lang="es-ES" sz="1200" dirty="0">
                    <a:latin typeface="Arial" panose="020B0604020202020204" pitchFamily="34" charset="0"/>
                    <a:cs typeface="Arial" panose="020B0604020202020204" pitchFamily="34" charset="0"/>
                  </a:rPr>
                  <a:t> complete </a:t>
                </a:r>
                <a:r>
                  <a:rPr lang="es-ES" sz="1200" dirty="0" err="1">
                    <a:latin typeface="Arial" panose="020B0604020202020204" pitchFamily="34" charset="0"/>
                    <a:cs typeface="Arial" panose="020B0604020202020204" pitchFamily="34" charset="0"/>
                  </a:rPr>
                  <a:t>twofold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image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replication</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even</a:t>
                </a:r>
                <a:r>
                  <a:rPr lang="es-ES" sz="1200" dirty="0">
                    <a:latin typeface="Arial" panose="020B0604020202020204" pitchFamily="34" charset="0"/>
                    <a:cs typeface="Arial" panose="020B0604020202020204" pitchFamily="34" charset="0"/>
                  </a:rPr>
                  <a:t> 50:50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split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interaction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approximately</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𝐿</m:t>
                        </m:r>
                      </m:e>
                      <m:sub>
                        <m:r>
                          <a:rPr lang="es-ES" sz="1200" i="1"/>
                          <m:t>𝑀𝑀𝐼</m:t>
                        </m:r>
                      </m:sub>
                    </m:sSub>
                    <m:r>
                      <a:rPr lang="es-ES" sz="1200"/>
                      <m:t>≈35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comparison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equivalent</a:t>
                </a:r>
                <a:r>
                  <a:rPr lang="es-ES" sz="1200" dirty="0">
                    <a:latin typeface="Arial" panose="020B0604020202020204" pitchFamily="34" charset="0"/>
                    <a:cs typeface="Arial" panose="020B0604020202020204" pitchFamily="34" charset="0"/>
                  </a:rPr>
                  <a:t> 3 dB </a:t>
                </a:r>
                <a:r>
                  <a:rPr lang="es-ES" sz="1200" dirty="0" err="1">
                    <a:latin typeface="Arial" panose="020B0604020202020204" pitchFamily="34" charset="0"/>
                    <a:cs typeface="Arial" panose="020B0604020202020204" pitchFamily="34" charset="0"/>
                  </a:rPr>
                  <a:t>directional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requires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physical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interaction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i="1"/>
                      <m:t>𝐿</m:t>
                    </m:r>
                    <m:r>
                      <a:rPr lang="es-ES" sz="1200"/>
                      <m:t>=0.5</m:t>
                    </m:r>
                    <m:sSub>
                      <m:sSubPr>
                        <m:ctrlPr>
                          <a:rPr lang="es-ES" sz="1200" i="1"/>
                        </m:ctrlPr>
                      </m:sSubPr>
                      <m:e>
                        <m:r>
                          <a:rPr lang="es-ES" sz="1200" i="1"/>
                          <m:t>𝐿</m:t>
                        </m:r>
                      </m:e>
                      <m:sub>
                        <m:r>
                          <a:rPr lang="es-ES" sz="1200" i="1"/>
                          <m:t>𝜋</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demanding</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47.01 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tight</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0.6 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gap, </a:t>
                </a:r>
                <a14:m>
                  <m:oMath xmlns:m="http://schemas.openxmlformats.org/officeDocument/2006/math">
                    <m:r>
                      <a:rPr lang="es-ES" sz="1200"/>
                      <m:t>86.98 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optimal</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0.8 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gap, and </a:t>
                </a:r>
                <a:r>
                  <a:rPr lang="es-ES" sz="1200" dirty="0" err="1">
                    <a:latin typeface="Arial" panose="020B0604020202020204" pitchFamily="34" charset="0"/>
                    <a:cs typeface="Arial" panose="020B0604020202020204" pitchFamily="34" charset="0"/>
                  </a:rPr>
                  <a:t>surging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past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several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hundred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microns</a:t>
                </a:r>
                <a:r>
                  <a:rPr lang="es-ES" sz="1200" dirty="0">
                    <a:latin typeface="Arial" panose="020B0604020202020204" pitchFamily="34" charset="0"/>
                    <a:cs typeface="Arial" panose="020B0604020202020204" pitchFamily="34" charset="0"/>
                  </a:rPr>
                  <a:t> as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separation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Because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provides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strong</a:t>
                </a:r>
                <a:r>
                  <a:rPr lang="es-ES" sz="1200" dirty="0">
                    <a:latin typeface="Arial" panose="020B0604020202020204" pitchFamily="34" charset="0"/>
                    <a:cs typeface="Arial" panose="020B0604020202020204" pitchFamily="34" charset="0"/>
                  </a:rPr>
                  <a:t> lateral </a:t>
                </a:r>
                <a:r>
                  <a:rPr lang="es-ES" sz="1200" dirty="0" err="1">
                    <a:latin typeface="Arial" panose="020B0604020202020204" pitchFamily="34" charset="0"/>
                    <a:cs typeface="Arial" panose="020B0604020202020204" pitchFamily="34" charset="0"/>
                  </a:rPr>
                  <a:t>optical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radiation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losses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remain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consistently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effectively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circumventing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cumulative </a:t>
                </a:r>
                <a:r>
                  <a:rPr lang="es-ES" sz="1200" dirty="0" err="1">
                    <a:latin typeface="Arial" panose="020B0604020202020204" pitchFamily="34" charset="0"/>
                    <a:cs typeface="Arial" panose="020B0604020202020204" pitchFamily="34" charset="0"/>
                  </a:rPr>
                  <a:t>scattering</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radiation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build</a:t>
                </a:r>
                <a:r>
                  <a:rPr lang="es-ES" sz="1200" dirty="0">
                    <a:latin typeface="Arial" panose="020B0604020202020204" pitchFamily="34" charset="0"/>
                    <a:cs typeface="Arial" panose="020B0604020202020204" pitchFamily="34" charset="0"/>
                  </a:rPr>
                  <a:t>-up </a:t>
                </a:r>
                <a:r>
                  <a:rPr lang="es-ES" sz="1200" dirty="0" err="1">
                    <a:latin typeface="Arial" panose="020B0604020202020204" pitchFamily="34" charset="0"/>
                    <a:cs typeface="Arial" panose="020B0604020202020204" pitchFamily="34" charset="0"/>
                  </a:rPr>
                  <a:t>typical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extended </a:t>
                </a:r>
                <a:r>
                  <a:rPr lang="es-ES" sz="1200" dirty="0" err="1">
                    <a:latin typeface="Arial" panose="020B0604020202020204" pitchFamily="34" charset="0"/>
                    <a:cs typeface="Arial" panose="020B0604020202020204" pitchFamily="34" charset="0"/>
                  </a:rPr>
                  <a:t>directional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couplers</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B5029729-ADF3-3B30-4FF9-83BE1DB82BD7}"/>
                  </a:ext>
                </a:extLst>
              </p:cNvPr>
              <p:cNvSpPr txBox="1">
                <a:spLocks noRot="1" noChangeAspect="1" noMove="1" noResize="1" noEditPoints="1" noAdjustHandles="1" noChangeArrowheads="1" noChangeShapeType="1" noTextEdit="1"/>
              </p:cNvSpPr>
              <p:nvPr/>
            </p:nvSpPr>
            <p:spPr>
              <a:xfrm>
                <a:off x="609441" y="4563018"/>
                <a:ext cx="11199971" cy="1384995"/>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28134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A254446A-9E65-2023-0769-0C1CA5CFD68D}"/>
              </a:ext>
            </a:extLst>
          </p:cNvPr>
          <p:cNvPicPr>
            <a:picLocks noChangeAspect="1"/>
          </p:cNvPicPr>
          <p:nvPr/>
        </p:nvPicPr>
        <p:blipFill>
          <a:blip r:embed="rId5"/>
          <a:stretch>
            <a:fillRect/>
          </a:stretch>
        </p:blipFill>
        <p:spPr>
          <a:xfrm>
            <a:off x="711820" y="1920861"/>
            <a:ext cx="5381625" cy="2219325"/>
          </a:xfrm>
          <a:prstGeom prst="rect">
            <a:avLst/>
          </a:prstGeom>
        </p:spPr>
      </p:pic>
      <p:pic>
        <p:nvPicPr>
          <p:cNvPr id="9" name="Imagen 8">
            <a:extLst>
              <a:ext uri="{FF2B5EF4-FFF2-40B4-BE49-F238E27FC236}">
                <a16:creationId xmlns:a16="http://schemas.microsoft.com/office/drawing/2014/main" id="{C2311135-FDD3-D3FB-AEF0-8938C79D6457}"/>
              </a:ext>
            </a:extLst>
          </p:cNvPr>
          <p:cNvPicPr>
            <a:picLocks noChangeAspect="1"/>
          </p:cNvPicPr>
          <p:nvPr/>
        </p:nvPicPr>
        <p:blipFill>
          <a:blip r:embed="rId6"/>
          <a:stretch>
            <a:fillRect/>
          </a:stretch>
        </p:blipFill>
        <p:spPr>
          <a:xfrm>
            <a:off x="7391400" y="1752600"/>
            <a:ext cx="2902099" cy="2267067"/>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43D7D9E5-DAC3-2BB8-7377-826863CBAD4E}"/>
                  </a:ext>
                </a:extLst>
              </p:cNvPr>
              <p:cNvSpPr txBox="1"/>
              <p:nvPr/>
            </p:nvSpPr>
            <p:spPr>
              <a:xfrm>
                <a:off x="609441" y="4533835"/>
                <a:ext cx="11199971" cy="158428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r>
                  <a:rPr lang="es-ES" sz="1200" dirty="0" err="1">
                    <a:latin typeface="Arial" panose="020B0604020202020204" pitchFamily="34" charset="0"/>
                    <a:cs typeface="Arial" panose="020B0604020202020204" pitchFamily="34" charset="0"/>
                  </a:rPr>
                  <a:t>Applying</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adjustment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m:t>Δ</m:t>
                    </m:r>
                    <m:sSub>
                      <m:sSubPr>
                        <m:ctrlPr>
                          <a:rPr lang="es-ES" sz="1200" i="1"/>
                        </m:ctrlPr>
                      </m:sSubPr>
                      <m:e>
                        <m:r>
                          <a:rPr lang="es-ES" sz="1200" i="1"/>
                          <m:t>𝐿</m:t>
                        </m:r>
                      </m:e>
                      <m:sub>
                        <m:r>
                          <m:rPr>
                            <m:nor/>
                          </m:rPr>
                          <a:rPr lang="es-ES" sz="1200">
                            <a:latin typeface="Arial" panose="020B0604020202020204" pitchFamily="34" charset="0"/>
                            <a:cs typeface="Arial" panose="020B0604020202020204" pitchFamily="34" charset="0"/>
                          </a:rPr>
                          <m:t>MMI</m:t>
                        </m:r>
                      </m:sub>
                    </m:sSub>
                    <m:r>
                      <a:rPr lang="es-ES" sz="1200"/>
                      <m:t>=−0.5 </m:t>
                    </m:r>
                    <m:r>
                      <a:rPr lang="es-ES" sz="1200" i="1"/>
                      <m:t>𝜇</m:t>
                    </m:r>
                    <m:r>
                      <m:rPr>
                        <m:nor/>
                      </m:rPr>
                      <a:rPr lang="es-ES" sz="1200">
                        <a:latin typeface="Arial" panose="020B0604020202020204" pitchFamily="34" charset="0"/>
                        <a:cs typeface="Arial" panose="020B0604020202020204" pitchFamily="34" charset="0"/>
                      </a:rPr>
                      <m:t>m</m:t>
                    </m:r>
                    <m:r>
                      <m:rPr>
                        <m:nor/>
                      </m:rPr>
                      <a:rPr lang="es-ES" sz="1200" b="0" i="0" smtClean="0">
                        <a:latin typeface="Arial" panose="020B0604020202020204" pitchFamily="34" charset="0"/>
                        <a:cs typeface="Arial" panose="020B0604020202020204" pitchFamily="34" charset="0"/>
                      </a:rPr>
                      <m:t> </m:t>
                    </m:r>
                  </m:oMath>
                </a14:m>
                <a:r>
                  <a:rPr lang="es-ES" sz="1200" dirty="0" err="1">
                    <a:latin typeface="Arial" panose="020B0604020202020204" pitchFamily="34" charset="0"/>
                    <a:cs typeface="Arial" panose="020B0604020202020204" pitchFamily="34" charset="0"/>
                  </a:rPr>
                  <a:t>establishes</a:t>
                </a:r>
                <a:r>
                  <a:rPr lang="es-ES" sz="1200" dirty="0">
                    <a:latin typeface="Arial" panose="020B0604020202020204" pitchFamily="34" charset="0"/>
                    <a:cs typeface="Arial" panose="020B0604020202020204" pitchFamily="34" charset="0"/>
                  </a:rPr>
                  <a:t> a total </a:t>
                </a:r>
                <a:r>
                  <a:rPr lang="es-ES" sz="1200" dirty="0" err="1">
                    <a:latin typeface="Arial" panose="020B0604020202020204" pitchFamily="34" charset="0"/>
                    <a:cs typeface="Arial" panose="020B0604020202020204" pitchFamily="34" charset="0"/>
                  </a:rPr>
                  <a:t>cavity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34.52 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which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effectively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compensates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modal </a:t>
                </a:r>
                <a:r>
                  <a:rPr lang="es-ES" sz="1200" dirty="0" err="1">
                    <a:latin typeface="Arial" panose="020B0604020202020204" pitchFamily="34" charset="0"/>
                    <a:cs typeface="Arial" panose="020B0604020202020204" pitchFamily="34" charset="0"/>
                  </a:rPr>
                  <a:t>phase</a:t>
                </a:r>
                <a:r>
                  <a:rPr lang="es-ES" sz="1200" dirty="0">
                    <a:latin typeface="Arial" panose="020B0604020202020204" pitchFamily="34" charset="0"/>
                    <a:cs typeface="Arial" panose="020B0604020202020204" pitchFamily="34" charset="0"/>
                  </a:rPr>
                  <a:t> error </a:t>
                </a:r>
                <a:r>
                  <a:rPr lang="es-ES" sz="1200" dirty="0" err="1">
                    <a:latin typeface="Arial" panose="020B0604020202020204" pitchFamily="34" charset="0"/>
                    <a:cs typeface="Arial" panose="020B0604020202020204" pitchFamily="34" charset="0"/>
                  </a:rPr>
                  <a:t>introduced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lateral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penetration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effective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𝑊</m:t>
                        </m:r>
                      </m:e>
                      <m:sub>
                        <m:r>
                          <a:rPr lang="es-ES" sz="1200" i="1"/>
                          <m:t>𝑒</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longitudinal </a:t>
                </a:r>
                <a:r>
                  <a:rPr lang="es-ES" sz="1200" dirty="0" err="1">
                    <a:latin typeface="Arial" panose="020B0604020202020204" pitchFamily="34" charset="0"/>
                    <a:cs typeface="Arial" panose="020B0604020202020204" pitchFamily="34" charset="0"/>
                  </a:rPr>
                  <a:t>correction</a:t>
                </a:r>
                <a:r>
                  <a:rPr lang="es-ES" sz="1200" dirty="0">
                    <a:latin typeface="Arial" panose="020B0604020202020204" pitchFamily="34" charset="0"/>
                    <a:cs typeface="Arial" panose="020B0604020202020204" pitchFamily="34" charset="0"/>
                  </a:rPr>
                  <a:t> places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interface </a:t>
                </a:r>
                <a:r>
                  <a:rPr lang="es-ES" sz="1200" dirty="0" err="1">
                    <a:latin typeface="Arial" panose="020B0604020202020204" pitchFamily="34" charset="0"/>
                    <a:cs typeface="Arial" panose="020B0604020202020204" pitchFamily="34" charset="0"/>
                  </a:rPr>
                  <a:t>precisely</a:t>
                </a:r>
                <a:r>
                  <a:rPr lang="es-ES" sz="1200" dirty="0">
                    <a:latin typeface="Arial" panose="020B0604020202020204" pitchFamily="34" charset="0"/>
                    <a:cs typeface="Arial" panose="020B0604020202020204" pitchFamily="34" charset="0"/>
                  </a:rPr>
                  <a:t>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focal plane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twofold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symmetric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self-image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predicted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self-imaging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principle</a:t>
                </a:r>
                <a:r>
                  <a:rPr lang="es-ES" sz="1200" dirty="0">
                    <a:latin typeface="Arial" panose="020B0604020202020204" pitchFamily="34" charset="0"/>
                    <a:cs typeface="Arial" panose="020B0604020202020204" pitchFamily="34" charset="0"/>
                  </a:rPr>
                  <a:t>. </a:t>
                </a:r>
              </a:p>
              <a:p>
                <a:r>
                  <a:rPr lang="es-ES" sz="1200" dirty="0">
                    <a:latin typeface="Arial" panose="020B0604020202020204" pitchFamily="34" charset="0"/>
                    <a:cs typeface="Arial" panose="020B0604020202020204" pitchFamily="34" charset="0"/>
                  </a:rPr>
                  <a:t>As a </a:t>
                </a:r>
                <a:r>
                  <a:rPr lang="es-ES" sz="1200" dirty="0" err="1">
                    <a:latin typeface="Arial" panose="020B0604020202020204" pitchFamily="34" charset="0"/>
                    <a:cs typeface="Arial" panose="020B0604020202020204" pitchFamily="34" charset="0"/>
                  </a:rPr>
                  <a:t>consequence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adjustment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device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achieves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well-balanced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splitting</a:t>
                </a:r>
                <a:r>
                  <a:rPr lang="es-ES" sz="1200" dirty="0">
                    <a:latin typeface="Arial" panose="020B0604020202020204" pitchFamily="34" charset="0"/>
                    <a:cs typeface="Arial" panose="020B0604020202020204" pitchFamily="34" charset="0"/>
                  </a:rPr>
                  <a:t> ratio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50.6% / 49.4% </a:t>
                </a:r>
                <a:r>
                  <a:rPr lang="es-ES" sz="1200" dirty="0" err="1">
                    <a:latin typeface="Arial" panose="020B0604020202020204" pitchFamily="34" charset="0"/>
                    <a:cs typeface="Arial" panose="020B0604020202020204" pitchFamily="34" charset="0"/>
                  </a:rPr>
                  <a:t>that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satisfies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design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objective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balanced</a:t>
                </a:r>
                <a:r>
                  <a:rPr lang="es-ES" sz="1200" dirty="0">
                    <a:latin typeface="Arial" panose="020B0604020202020204" pitchFamily="34" charset="0"/>
                    <a:cs typeface="Arial" panose="020B0604020202020204" pitchFamily="34" charset="0"/>
                  </a:rPr>
                  <a:t> 3 dB </a:t>
                </a:r>
                <a:r>
                  <a:rPr lang="es-ES" sz="1200" dirty="0" err="1">
                    <a:latin typeface="Arial" panose="020B0604020202020204" pitchFamily="34" charset="0"/>
                    <a:cs typeface="Arial" panose="020B0604020202020204" pitchFamily="34" charset="0"/>
                  </a:rPr>
                  <a:t>splitter</a:t>
                </a:r>
                <a:r>
                  <a:rPr lang="es-ES" sz="1200" dirty="0">
                    <a:latin typeface="Arial" panose="020B0604020202020204" pitchFamily="34" charset="0"/>
                    <a:cs typeface="Arial" panose="020B0604020202020204" pitchFamily="34" charset="0"/>
                  </a:rPr>
                  <a:t>. In </a:t>
                </a:r>
                <a:r>
                  <a:rPr lang="es-ES" sz="1200" dirty="0" err="1">
                    <a:latin typeface="Arial" panose="020B0604020202020204" pitchFamily="34" charset="0"/>
                    <a:cs typeface="Arial" panose="020B0604020202020204" pitchFamily="34" charset="0"/>
                  </a:rPr>
                  <a:t>addition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total </a:t>
                </a:r>
                <a:r>
                  <a:rPr lang="es-ES" sz="1200" dirty="0" err="1">
                    <a:latin typeface="Arial" panose="020B0604020202020204" pitchFamily="34" charset="0"/>
                    <a:cs typeface="Arial" panose="020B0604020202020204" pitchFamily="34" charset="0"/>
                  </a:rPr>
                  <a:t>transmitted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ports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reaches</a:t>
                </a:r>
                <a:r>
                  <a:rPr lang="es-ES" sz="1200" dirty="0">
                    <a:latin typeface="Arial" panose="020B0604020202020204" pitchFamily="34" charset="0"/>
                    <a:cs typeface="Arial" panose="020B0604020202020204" pitchFamily="34" charset="0"/>
                  </a:rPr>
                  <a:t> </a:t>
                </a:r>
                <a:r>
                  <a:rPr lang="es-ES" sz="1200" b="1" dirty="0">
                    <a:latin typeface="Arial" panose="020B0604020202020204" pitchFamily="34" charset="0"/>
                    <a:cs typeface="Arial" panose="020B0604020202020204" pitchFamily="34" charset="0"/>
                  </a:rPr>
                  <a:t>91.49%</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maintaining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loss</a:t>
                </a:r>
                <a:r>
                  <a:rPr lang="es-ES" sz="1200" dirty="0">
                    <a:latin typeface="Arial" panose="020B0604020202020204" pitchFamily="34" charset="0"/>
                    <a:cs typeface="Arial" panose="020B0604020202020204" pitchFamily="34" charset="0"/>
                  </a:rPr>
                  <a:t> at a </a:t>
                </a:r>
                <a:r>
                  <a:rPr lang="es-ES" sz="1200" dirty="0" err="1">
                    <a:latin typeface="Arial" panose="020B0604020202020204" pitchFamily="34" charset="0"/>
                    <a:cs typeface="Arial" panose="020B0604020202020204" pitchFamily="34" charset="0"/>
                  </a:rPr>
                  <a:t>low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value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b="1" dirty="0">
                    <a:latin typeface="Arial" panose="020B0604020202020204" pitchFamily="34" charset="0"/>
                    <a:cs typeface="Arial" panose="020B0604020202020204" pitchFamily="34" charset="0"/>
                  </a:rPr>
                  <a:t>0.3861 dB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minor</a:t>
                </a:r>
                <a:r>
                  <a:rPr lang="es-ES" sz="1200" dirty="0">
                    <a:latin typeface="Arial" panose="020B0604020202020204" pitchFamily="34" charset="0"/>
                    <a:cs typeface="Arial" panose="020B0604020202020204" pitchFamily="34" charset="0"/>
                  </a:rPr>
                  <a:t> residual </a:t>
                </a:r>
                <a:r>
                  <a:rPr lang="es-ES" sz="1200" dirty="0" err="1">
                    <a:latin typeface="Arial" panose="020B0604020202020204" pitchFamily="34" charset="0"/>
                    <a:cs typeface="Arial" panose="020B0604020202020204" pitchFamily="34" charset="0"/>
                  </a:rPr>
                  <a:t>penalty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originates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predominantly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intrinsic</a:t>
                </a:r>
                <a:r>
                  <a:rPr lang="es-ES" sz="1200" dirty="0">
                    <a:latin typeface="Arial" panose="020B0604020202020204" pitchFamily="34" charset="0"/>
                    <a:cs typeface="Arial" panose="020B0604020202020204" pitchFamily="34" charset="0"/>
                  </a:rPr>
                  <a:t> modal </a:t>
                </a:r>
                <a:r>
                  <a:rPr lang="es-ES" sz="1200" dirty="0" err="1">
                    <a:latin typeface="Arial" panose="020B0604020202020204" pitchFamily="34" charset="0"/>
                    <a:cs typeface="Arial" panose="020B0604020202020204" pitchFamily="34" charset="0"/>
                  </a:rPr>
                  <a:t>mismatch</a:t>
                </a:r>
                <a:r>
                  <a:rPr lang="es-ES" sz="1200" dirty="0">
                    <a:latin typeface="Arial" panose="020B0604020202020204" pitchFamily="34" charset="0"/>
                    <a:cs typeface="Arial" panose="020B0604020202020204" pitchFamily="34" charset="0"/>
                  </a:rPr>
                  <a:t>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discontinuous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transition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isolated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waveguides</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section</a:t>
                </a:r>
                <a:r>
                  <a:rPr lang="es-ES" sz="12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43D7D9E5-DAC3-2BB8-7377-826863CBAD4E}"/>
                  </a:ext>
                </a:extLst>
              </p:cNvPr>
              <p:cNvSpPr txBox="1">
                <a:spLocks noRot="1" noChangeAspect="1" noMove="1" noResize="1" noEditPoints="1" noAdjustHandles="1" noChangeArrowheads="1" noChangeShapeType="1" noTextEdit="1"/>
              </p:cNvSpPr>
              <p:nvPr/>
            </p:nvSpPr>
            <p:spPr>
              <a:xfrm>
                <a:off x="609441" y="4533835"/>
                <a:ext cx="11199971" cy="1584280"/>
              </a:xfrm>
              <a:prstGeom prst="rect">
                <a:avLst/>
              </a:prstGeom>
              <a:blipFill>
                <a:blip r:embed="rId4"/>
                <a:stretch>
                  <a:fillRect b="-755"/>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05283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A83DC4B-D922-018C-13E0-59855C9ECF9C}"/>
              </a:ext>
            </a:extLst>
          </p:cNvPr>
          <p:cNvPicPr>
            <a:picLocks noChangeAspect="1"/>
          </p:cNvPicPr>
          <p:nvPr/>
        </p:nvPicPr>
        <p:blipFill>
          <a:blip r:embed="rId5"/>
          <a:stretch>
            <a:fillRect/>
          </a:stretch>
        </p:blipFill>
        <p:spPr>
          <a:xfrm>
            <a:off x="685800" y="1721913"/>
            <a:ext cx="6511767" cy="2708434"/>
          </a:xfrm>
          <a:prstGeom prst="rect">
            <a:avLst/>
          </a:prstGeom>
        </p:spPr>
      </p:pic>
      <p:pic>
        <p:nvPicPr>
          <p:cNvPr id="9" name="Imagen 8">
            <a:extLst>
              <a:ext uri="{FF2B5EF4-FFF2-40B4-BE49-F238E27FC236}">
                <a16:creationId xmlns:a16="http://schemas.microsoft.com/office/drawing/2014/main" id="{BDBA8C9C-FE05-4053-5D54-F4F0EB96555D}"/>
              </a:ext>
            </a:extLst>
          </p:cNvPr>
          <p:cNvPicPr>
            <a:picLocks noChangeAspect="1"/>
          </p:cNvPicPr>
          <p:nvPr/>
        </p:nvPicPr>
        <p:blipFill>
          <a:blip r:embed="rId6"/>
          <a:stretch>
            <a:fillRect/>
          </a:stretch>
        </p:blipFill>
        <p:spPr>
          <a:xfrm>
            <a:off x="7848600" y="1758122"/>
            <a:ext cx="3376460" cy="2567287"/>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EF5B7948-A25A-9043-7061-DD15A9023924}"/>
                  </a:ext>
                </a:extLst>
              </p:cNvPr>
              <p:cNvSpPr txBox="1"/>
              <p:nvPr/>
            </p:nvSpPr>
            <p:spPr>
              <a:xfrm>
                <a:off x="609441" y="4185091"/>
                <a:ext cx="11199971" cy="176894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r>
                  <a:rPr lang="es-ES" sz="1200" dirty="0">
                    <a:latin typeface="Arial" panose="020B0604020202020204" pitchFamily="34" charset="0"/>
                    <a:cs typeface="Arial" panose="020B0604020202020204" pitchFamily="34" charset="0"/>
                  </a:rPr>
                  <a:t>The </a:t>
                </a:r>
                <a:r>
                  <a:rPr lang="es-ES" sz="1200" dirty="0" err="1">
                    <a:latin typeface="Arial" panose="020B0604020202020204" pitchFamily="34" charset="0"/>
                    <a:cs typeface="Arial" panose="020B0604020202020204" pitchFamily="34" charset="0"/>
                  </a:rPr>
                  <a:t>secondary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optimization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2x2 MMI </a:t>
                </a:r>
                <a:r>
                  <a:rPr lang="es-ES" sz="1200" dirty="0" err="1">
                    <a:latin typeface="Arial" panose="020B0604020202020204" pitchFamily="34" charset="0"/>
                    <a:cs typeface="Arial" panose="020B0604020202020204" pitchFamily="34" charset="0"/>
                  </a:rPr>
                  <a:t>coupler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incorporates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both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longitudinal </a:t>
                </a:r>
                <a:r>
                  <a:rPr lang="es-ES" sz="1200" dirty="0" err="1">
                    <a:latin typeface="Arial" panose="020B0604020202020204" pitchFamily="34" charset="0"/>
                    <a:cs typeface="Arial" panose="020B0604020202020204" pitchFamily="34" charset="0"/>
                  </a:rPr>
                  <a:t>cavity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correction</a:t>
                </a:r>
                <a:r>
                  <a:rPr lang="es-E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m:t>Δ</m:t>
                    </m:r>
                    <m:sSub>
                      <m:sSubPr>
                        <m:ctrlPr>
                          <a:rPr lang="es-ES" sz="1200" i="1"/>
                        </m:ctrlPr>
                      </m:sSubPr>
                      <m:e>
                        <m:r>
                          <a:rPr lang="es-ES" sz="1200" i="1"/>
                          <m:t>𝐿</m:t>
                        </m:r>
                      </m:e>
                      <m:sub>
                        <m:r>
                          <m:rPr>
                            <m:nor/>
                          </m:rPr>
                          <a:rPr lang="es-ES" sz="1200">
                            <a:latin typeface="Arial" panose="020B0604020202020204" pitchFamily="34" charset="0"/>
                            <a:cs typeface="Arial" panose="020B0604020202020204" pitchFamily="34" charset="0"/>
                          </a:rPr>
                          <m:t>MMI</m:t>
                        </m:r>
                      </m:sub>
                    </m:sSub>
                    <m:r>
                      <a:rPr lang="es-ES" sz="1200"/>
                      <m:t>=−0.5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fixing </a:t>
                </a:r>
                <a14:m>
                  <m:oMath xmlns:m="http://schemas.openxmlformats.org/officeDocument/2006/math">
                    <m:sSub>
                      <m:sSubPr>
                        <m:ctrlPr>
                          <a:rPr lang="es-ES" sz="1200" i="1"/>
                        </m:ctrlPr>
                      </m:sSubPr>
                      <m:e>
                        <m:r>
                          <a:rPr lang="es-ES" sz="1200" i="1"/>
                          <m:t>𝐿</m:t>
                        </m:r>
                      </m:e>
                      <m:sub>
                        <m:r>
                          <m:rPr>
                            <m:nor/>
                          </m:rPr>
                          <a:rPr lang="es-ES" sz="1200">
                            <a:latin typeface="Arial" panose="020B0604020202020204" pitchFamily="34" charset="0"/>
                            <a:cs typeface="Arial" panose="020B0604020202020204" pitchFamily="34" charset="0"/>
                          </a:rPr>
                          <m:t>MMI</m:t>
                        </m:r>
                      </m:sub>
                    </m:sSub>
                    <m:r>
                      <a:rPr lang="es-ES" sz="1200"/>
                      <m:t>=34.52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and a lateral </a:t>
                </a:r>
                <a:r>
                  <a:rPr lang="es-ES" sz="1200" dirty="0" err="1">
                    <a:latin typeface="Arial" panose="020B0604020202020204" pitchFamily="34" charset="0"/>
                    <a:cs typeface="Arial" panose="020B0604020202020204" pitchFamily="34" charset="0"/>
                  </a:rPr>
                  <a:t>broadening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via</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input/output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increment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which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each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port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1.0 </m:t>
                    </m:r>
                    <m:r>
                      <a:rPr lang="es-ES" sz="1200" i="1"/>
                      <m:t>𝜇</m:t>
                    </m:r>
                    <m:r>
                      <m:rPr>
                        <m:nor/>
                      </m:rPr>
                      <a:rPr lang="es-ES" sz="1200">
                        <a:latin typeface="Arial" panose="020B0604020202020204" pitchFamily="34" charset="0"/>
                        <a:cs typeface="Arial" panose="020B0604020202020204" pitchFamily="34" charset="0"/>
                      </a:rPr>
                      <m:t>m</m:t>
                    </m:r>
                    <m:r>
                      <m:rPr>
                        <m:nor/>
                      </m:rPr>
                      <a:rPr lang="es-ES" sz="1200" b="0" i="0" smtClean="0">
                        <a:latin typeface="Arial" panose="020B0604020202020204" pitchFamily="34" charset="0"/>
                        <a:cs typeface="Arial" panose="020B0604020202020204" pitchFamily="34" charset="0"/>
                      </a:rPr>
                      <m:t> </m:t>
                    </m:r>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2.2 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Expanding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port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widths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significantly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enhances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spatial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overlap</a:t>
                </a:r>
                <a:r>
                  <a:rPr lang="es-ES" sz="1200" dirty="0">
                    <a:latin typeface="Arial" panose="020B0604020202020204" pitchFamily="34" charset="0"/>
                    <a:cs typeface="Arial" panose="020B0604020202020204" pitchFamily="34" charset="0"/>
                  </a:rPr>
                  <a:t> integral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discontinuous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junction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isolated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guides and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mode-matching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improvement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effectively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suppresses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transition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scattering</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radiation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excitation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allowing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total </a:t>
                </a:r>
                <a:r>
                  <a:rPr lang="es-ES" sz="1200" dirty="0" err="1">
                    <a:latin typeface="Arial" panose="020B0604020202020204" pitchFamily="34" charset="0"/>
                    <a:cs typeface="Arial" panose="020B0604020202020204" pitchFamily="34" charset="0"/>
                  </a:rPr>
                  <a:t>transmitted</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surge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99.96%</m:t>
                    </m:r>
                    <m:r>
                      <a:rPr lang="es-ES" sz="1200" b="0" i="0" smtClean="0">
                        <a:latin typeface="Cambria Math" panose="02040503050406030204" pitchFamily="18" charset="0"/>
                      </a:rPr>
                      <m:t> </m:t>
                    </m:r>
                  </m:oMath>
                </a14:m>
                <a:r>
                  <a:rPr lang="es-ES" sz="1200" dirty="0">
                    <a:latin typeface="Arial" panose="020B0604020202020204" pitchFamily="34" charset="0"/>
                    <a:cs typeface="Arial" panose="020B0604020202020204" pitchFamily="34" charset="0"/>
                  </a:rPr>
                  <a:t>and </a:t>
                </a:r>
                <a:r>
                  <a:rPr lang="es-ES" sz="1200" dirty="0" err="1">
                    <a:latin typeface="Arial" panose="020B0604020202020204" pitchFamily="34" charset="0"/>
                    <a:cs typeface="Arial" panose="020B0604020202020204" pitchFamily="34" charset="0"/>
                  </a:rPr>
                  <a:t>driving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down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 negligible </a:t>
                </a:r>
                <a14:m>
                  <m:oMath xmlns:m="http://schemas.openxmlformats.org/officeDocument/2006/math">
                    <m:r>
                      <a:rPr lang="es-ES" sz="1200"/>
                      <m:t>0.0018 </m:t>
                    </m:r>
                    <m:r>
                      <m:rPr>
                        <m:nor/>
                      </m:rPr>
                      <a:rPr lang="es-ES" sz="1200">
                        <a:latin typeface="Arial" panose="020B0604020202020204" pitchFamily="34" charset="0"/>
                        <a:cs typeface="Arial" panose="020B0604020202020204" pitchFamily="34" charset="0"/>
                      </a:rPr>
                      <m:t>dB</m:t>
                    </m:r>
                  </m:oMath>
                </a14:m>
                <a:r>
                  <a:rPr lang="es-ES" sz="1200" dirty="0">
                    <a:latin typeface="Arial" panose="020B0604020202020204" pitchFamily="34" charset="0"/>
                    <a:cs typeface="Arial" panose="020B0604020202020204" pitchFamily="34" charset="0"/>
                  </a:rPr>
                  <a:t>. </a:t>
                </a:r>
              </a:p>
              <a:p>
                <a:endParaRPr lang="es-ES" sz="1200" dirty="0">
                  <a:latin typeface="Arial" panose="020B0604020202020204" pitchFamily="34" charset="0"/>
                  <a:cs typeface="Arial" panose="020B0604020202020204" pitchFamily="34" charset="0"/>
                </a:endParaRPr>
              </a:p>
              <a:p>
                <a:r>
                  <a:rPr lang="es-ES" sz="1200" dirty="0" err="1">
                    <a:latin typeface="Arial" panose="020B0604020202020204" pitchFamily="34" charset="0"/>
                    <a:cs typeface="Arial" panose="020B0604020202020204" pitchFamily="34" charset="0"/>
                  </a:rPr>
                  <a:t>Simultaneously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power-splitting</a:t>
                </a:r>
                <a:r>
                  <a:rPr lang="es-ES" sz="1200" dirty="0">
                    <a:latin typeface="Arial" panose="020B0604020202020204" pitchFamily="34" charset="0"/>
                    <a:cs typeface="Arial" panose="020B0604020202020204" pitchFamily="34" charset="0"/>
                  </a:rPr>
                  <a:t> balance </a:t>
                </a:r>
                <a:r>
                  <a:rPr lang="es-ES" sz="1200" dirty="0" err="1">
                    <a:latin typeface="Arial" panose="020B0604020202020204" pitchFamily="34" charset="0"/>
                    <a:cs typeface="Arial" panose="020B0604020202020204" pitchFamily="34" charset="0"/>
                  </a:rPr>
                  <a:t>remains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well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preserved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ports</a:t>
                </a:r>
                <a:r>
                  <a:rPr lang="es-ES" sz="1200" dirty="0">
                    <a:latin typeface="Arial" panose="020B0604020202020204" pitchFamily="34" charset="0"/>
                    <a:cs typeface="Arial" panose="020B0604020202020204" pitchFamily="34" charset="0"/>
                  </a:rPr>
                  <a:t> at </a:t>
                </a:r>
                <a14:m>
                  <m:oMath xmlns:m="http://schemas.openxmlformats.org/officeDocument/2006/math">
                    <m:r>
                      <a:rPr lang="es-ES" sz="1200"/>
                      <m:t>51.32% / 48.68%</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closely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matching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ideal </a:t>
                </a:r>
                <a14:m>
                  <m:oMath xmlns:m="http://schemas.openxmlformats.org/officeDocument/2006/math">
                    <m:r>
                      <a:rPr lang="es-ES" sz="1200"/>
                      <m:t>50:50</m:t>
                    </m:r>
                  </m:oMath>
                </a14:m>
                <a:r>
                  <a:rPr lang="es-ES" sz="1200" dirty="0" err="1">
                    <a:latin typeface="Arial" panose="020B0604020202020204" pitchFamily="34" charset="0"/>
                    <a:cs typeface="Arial" panose="020B0604020202020204" pitchFamily="34" charset="0"/>
                  </a:rPr>
                  <a:t>division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imbalance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only</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≈1.3%</m:t>
                    </m:r>
                  </m:oMath>
                </a14:m>
                <a:r>
                  <a:rPr lang="es-ES" sz="1200" dirty="0">
                    <a:latin typeface="Arial" panose="020B0604020202020204" pitchFamily="34" charset="0"/>
                    <a:cs typeface="Arial" panose="020B0604020202020204" pitchFamily="34" charset="0"/>
                  </a:rPr>
                  <a:t>.</a:t>
                </a:r>
              </a:p>
            </p:txBody>
          </p:sp>
        </mc:Choice>
        <mc:Fallback>
          <p:sp>
            <p:nvSpPr>
              <p:cNvPr id="2" name="CuadroTexto 1">
                <a:extLst>
                  <a:ext uri="{FF2B5EF4-FFF2-40B4-BE49-F238E27FC236}">
                    <a16:creationId xmlns:a16="http://schemas.microsoft.com/office/drawing/2014/main" id="{EF5B7948-A25A-9043-7061-DD15A9023924}"/>
                  </a:ext>
                </a:extLst>
              </p:cNvPr>
              <p:cNvSpPr txBox="1">
                <a:spLocks noRot="1" noChangeAspect="1" noMove="1" noResize="1" noEditPoints="1" noAdjustHandles="1" noChangeArrowheads="1" noChangeShapeType="1" noTextEdit="1"/>
              </p:cNvSpPr>
              <p:nvPr/>
            </p:nvSpPr>
            <p:spPr>
              <a:xfrm>
                <a:off x="609441" y="4185091"/>
                <a:ext cx="11199971" cy="1768946"/>
              </a:xfrm>
              <a:prstGeom prst="rect">
                <a:avLst/>
              </a:prstGeom>
              <a:blipFill>
                <a:blip r:embed="rId4"/>
                <a:stretch>
                  <a:fillRect b="-678"/>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266109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DCDFA26C-7F86-D2F9-CB72-A26C137CD795}"/>
              </a:ext>
            </a:extLst>
          </p:cNvPr>
          <p:cNvPicPr>
            <a:picLocks noChangeAspect="1"/>
          </p:cNvPicPr>
          <p:nvPr/>
        </p:nvPicPr>
        <p:blipFill>
          <a:blip r:embed="rId5"/>
          <a:stretch>
            <a:fillRect/>
          </a:stretch>
        </p:blipFill>
        <p:spPr>
          <a:xfrm>
            <a:off x="657923" y="1524001"/>
            <a:ext cx="5819078" cy="2420324"/>
          </a:xfrm>
          <a:prstGeom prst="rect">
            <a:avLst/>
          </a:prstGeom>
        </p:spPr>
      </p:pic>
      <p:pic>
        <p:nvPicPr>
          <p:cNvPr id="9" name="Imagen 8">
            <a:extLst>
              <a:ext uri="{FF2B5EF4-FFF2-40B4-BE49-F238E27FC236}">
                <a16:creationId xmlns:a16="http://schemas.microsoft.com/office/drawing/2014/main" id="{4E46B90E-5EDC-334D-9D6B-91E92DD68571}"/>
              </a:ext>
            </a:extLst>
          </p:cNvPr>
          <p:cNvPicPr>
            <a:picLocks noChangeAspect="1"/>
          </p:cNvPicPr>
          <p:nvPr/>
        </p:nvPicPr>
        <p:blipFill>
          <a:blip r:embed="rId6"/>
          <a:stretch>
            <a:fillRect/>
          </a:stretch>
        </p:blipFill>
        <p:spPr>
          <a:xfrm>
            <a:off x="7678264" y="1546710"/>
            <a:ext cx="3035456" cy="2152761"/>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42D73A2E-0E5A-8A39-6B70-F9E94D6DBB70}"/>
                  </a:ext>
                </a:extLst>
              </p:cNvPr>
              <p:cNvSpPr txBox="1"/>
              <p:nvPr/>
            </p:nvSpPr>
            <p:spPr>
              <a:xfrm>
                <a:off x="609441" y="4009589"/>
                <a:ext cx="11199971" cy="197207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process for a 1x4 MMI Coupler.  </a:t>
                </a:r>
              </a:p>
              <a:p>
                <a:r>
                  <a:rPr lang="es-ES" sz="1200" dirty="0">
                    <a:latin typeface="Arial" panose="020B0604020202020204" pitchFamily="34" charset="0"/>
                    <a:cs typeface="Arial" panose="020B0604020202020204" pitchFamily="34" charset="0"/>
                  </a:rPr>
                  <a:t>The </a:t>
                </a:r>
                <a:r>
                  <a:rPr lang="es-ES" sz="1200" dirty="0" err="1">
                    <a:latin typeface="Arial" panose="020B0604020202020204" pitchFamily="34" charset="0"/>
                    <a:cs typeface="Arial" panose="020B0604020202020204" pitchFamily="34" charset="0"/>
                  </a:rPr>
                  <a:t>optimization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1x4 MMI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splitter</a:t>
                </a:r>
                <a:r>
                  <a:rPr lang="es-ES" sz="1200" dirty="0">
                    <a:latin typeface="Arial" panose="020B0604020202020204" pitchFamily="34" charset="0"/>
                    <a:cs typeface="Arial" panose="020B0604020202020204" pitchFamily="34" charset="0"/>
                  </a:rPr>
                  <a:t> combines a longitudinal </a:t>
                </a:r>
                <a:r>
                  <a:rPr lang="es-ES" sz="1200" dirty="0" err="1">
                    <a:latin typeface="Arial" panose="020B0604020202020204" pitchFamily="34" charset="0"/>
                    <a:cs typeface="Arial" panose="020B0604020202020204" pitchFamily="34" charset="0"/>
                  </a:rPr>
                  <a:t>cavity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adjustment</a:t>
                </a:r>
                <a:r>
                  <a:rPr lang="es-E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m:t>Δ</m:t>
                    </m:r>
                    <m:sSub>
                      <m:sSubPr>
                        <m:ctrlPr>
                          <a:rPr lang="es-ES" sz="1200" i="1"/>
                        </m:ctrlPr>
                      </m:sSubPr>
                      <m:e>
                        <m:r>
                          <a:rPr lang="es-ES" sz="1200" i="1"/>
                          <m:t>𝐿</m:t>
                        </m:r>
                      </m:e>
                      <m:sub>
                        <m:r>
                          <m:rPr>
                            <m:nor/>
                          </m:rPr>
                          <a:rPr lang="es-ES" sz="1200">
                            <a:latin typeface="Arial" panose="020B0604020202020204" pitchFamily="34" charset="0"/>
                            <a:cs typeface="Arial" panose="020B0604020202020204" pitchFamily="34" charset="0"/>
                          </a:rPr>
                          <m:t>MMI</m:t>
                        </m:r>
                      </m:sub>
                    </m:sSub>
                    <m:r>
                      <a:rPr lang="es-ES" sz="1200"/>
                      <m:t>=−1.3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yielding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optimized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55.53 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 lateral </a:t>
                </a:r>
                <a:r>
                  <a:rPr lang="es-ES" sz="1200" dirty="0" err="1">
                    <a:latin typeface="Arial" panose="020B0604020202020204" pitchFamily="34" charset="0"/>
                    <a:cs typeface="Arial" panose="020B0604020202020204" pitchFamily="34" charset="0"/>
                  </a:rPr>
                  <a:t>port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broadening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m:t>Δ</m:t>
                    </m:r>
                    <m:sSub>
                      <m:sSubPr>
                        <m:ctrlPr>
                          <a:rPr lang="es-ES" sz="1200" i="1"/>
                        </m:ctrlPr>
                      </m:sSubPr>
                      <m:e>
                        <m:r>
                          <a:rPr lang="es-ES" sz="1200" i="1"/>
                          <m:t>𝑤</m:t>
                        </m:r>
                      </m:e>
                      <m:sub>
                        <m:r>
                          <m:rPr>
                            <m:nor/>
                          </m:rPr>
                          <a:rPr lang="es-ES" sz="1200">
                            <a:latin typeface="Arial" panose="020B0604020202020204" pitchFamily="34" charset="0"/>
                            <a:cs typeface="Arial" panose="020B0604020202020204" pitchFamily="34" charset="0"/>
                          </a:rPr>
                          <m:t>IO</m:t>
                        </m:r>
                      </m:sub>
                    </m:sSub>
                    <m:r>
                      <a:rPr lang="es-ES" sz="1200"/>
                      <m:t>=+1.0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expanding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each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1.0 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2.0 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Shortening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MMI </a:t>
                </a:r>
                <a:r>
                  <a:rPr lang="es-ES" sz="1200" dirty="0" err="1">
                    <a:latin typeface="Arial" panose="020B0604020202020204" pitchFamily="34" charset="0"/>
                    <a:cs typeface="Arial" panose="020B0604020202020204" pitchFamily="34" charset="0"/>
                  </a:rPr>
                  <a:t>cavity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by</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1.3 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compensates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modal </a:t>
                </a:r>
                <a:r>
                  <a:rPr lang="es-ES" sz="1200" dirty="0" err="1">
                    <a:latin typeface="Arial" panose="020B0604020202020204" pitchFamily="34" charset="0"/>
                    <a:cs typeface="Arial" panose="020B0604020202020204" pitchFamily="34" charset="0"/>
                  </a:rPr>
                  <a:t>phase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dispersion</a:t>
                </a:r>
                <a:r>
                  <a:rPr lang="es-ES" sz="1200" dirty="0">
                    <a:latin typeface="Arial" panose="020B0604020202020204" pitchFamily="34" charset="0"/>
                    <a:cs typeface="Arial" panose="020B0604020202020204" pitchFamily="34" charset="0"/>
                  </a:rPr>
                  <a:t> and lateral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penetration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cladding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effective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width</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𝑊</m:t>
                        </m:r>
                      </m:e>
                      <m:sub>
                        <m:r>
                          <a:rPr lang="es-ES" sz="1200" i="1"/>
                          <m:t>𝑒</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aligning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output interface </a:t>
                </a:r>
                <a:r>
                  <a:rPr lang="es-ES" sz="1200" dirty="0" err="1">
                    <a:latin typeface="Arial" panose="020B0604020202020204" pitchFamily="34" charset="0"/>
                    <a:cs typeface="Arial" panose="020B0604020202020204" pitchFamily="34" charset="0"/>
                  </a:rPr>
                  <a:t>precisely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focal plane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fourfold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symmetric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self-image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predicted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self-imaging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principle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Concurrently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widening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2.0 </m:t>
                    </m:r>
                    <m:r>
                      <a:rPr lang="es-ES" sz="1200" i="1"/>
                      <m:t>𝜇</m:t>
                    </m:r>
                    <m:r>
                      <m:rPr>
                        <m:nor/>
                      </m:rPr>
                      <a:rPr lang="es-ES" sz="1200">
                        <a:latin typeface="Arial" panose="020B0604020202020204" pitchFamily="34" charset="0"/>
                        <a:cs typeface="Arial" panose="020B0604020202020204" pitchFamily="34" charset="0"/>
                      </a:rPr>
                      <m:t>m</m:t>
                    </m:r>
                    <m:r>
                      <m:rPr>
                        <m:nor/>
                      </m:rPr>
                      <a:rPr lang="es-ES" sz="1200" b="0" i="0" smtClean="0">
                        <a:latin typeface="Arial" panose="020B0604020202020204" pitchFamily="34" charset="0"/>
                        <a:cs typeface="Arial" panose="020B0604020202020204" pitchFamily="34" charset="0"/>
                      </a:rPr>
                      <m:t> </m:t>
                    </m:r>
                  </m:oMath>
                </a14:m>
                <a:r>
                  <a:rPr lang="es-ES" sz="1200" dirty="0" err="1">
                    <a:latin typeface="Arial" panose="020B0604020202020204" pitchFamily="34" charset="0"/>
                    <a:cs typeface="Arial" panose="020B0604020202020204" pitchFamily="34" charset="0"/>
                  </a:rPr>
                  <a:t>significantly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enhances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spatial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overlap</a:t>
                </a:r>
                <a:r>
                  <a:rPr lang="es-ES" sz="1200" dirty="0">
                    <a:latin typeface="Arial" panose="020B0604020202020204" pitchFamily="34" charset="0"/>
                    <a:cs typeface="Arial" panose="020B0604020202020204" pitchFamily="34" charset="0"/>
                  </a:rPr>
                  <a:t> integral at </a:t>
                </a:r>
                <a:r>
                  <a:rPr lang="es-ES" sz="1200" dirty="0" err="1">
                    <a:latin typeface="Arial" panose="020B0604020202020204" pitchFamily="34" charset="0"/>
                    <a:cs typeface="Arial" panose="020B0604020202020204" pitchFamily="34" charset="0"/>
                  </a:rPr>
                  <a:t>both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input and output </a:t>
                </a:r>
                <a:r>
                  <a:rPr lang="es-ES" sz="1200" dirty="0" err="1">
                    <a:latin typeface="Arial" panose="020B0604020202020204" pitchFamily="34" charset="0"/>
                    <a:cs typeface="Arial" panose="020B0604020202020204" pitchFamily="34" charset="0"/>
                  </a:rPr>
                  <a:t>junction</a:t>
                </a:r>
                <a:r>
                  <a:rPr lang="es-ES" sz="1200" dirty="0">
                    <a:latin typeface="Arial" panose="020B0604020202020204" pitchFamily="34" charset="0"/>
                    <a:cs typeface="Arial" panose="020B0604020202020204" pitchFamily="34" charset="0"/>
                  </a:rPr>
                  <a:t> interfaces, </a:t>
                </a:r>
                <a:r>
                  <a:rPr lang="es-ES" sz="1200" dirty="0" err="1">
                    <a:latin typeface="Arial" panose="020B0604020202020204" pitchFamily="34" charset="0"/>
                    <a:cs typeface="Arial" panose="020B0604020202020204" pitchFamily="34" charset="0"/>
                  </a:rPr>
                  <a:t>suppressing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radiation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excitation</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transition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scattering</a:t>
                </a:r>
                <a:r>
                  <a:rPr lang="es-ES" sz="1200" dirty="0">
                    <a:latin typeface="Arial" panose="020B0604020202020204" pitchFamily="34" charset="0"/>
                    <a:cs typeface="Arial" panose="020B0604020202020204" pitchFamily="34" charset="0"/>
                  </a:rPr>
                  <a:t>. </a:t>
                </a:r>
              </a:p>
              <a:p>
                <a:r>
                  <a:rPr lang="es-ES" sz="1200" dirty="0">
                    <a:latin typeface="Arial" panose="020B0604020202020204" pitchFamily="34" charset="0"/>
                    <a:cs typeface="Arial" panose="020B0604020202020204" pitchFamily="34" charset="0"/>
                  </a:rPr>
                  <a:t>As a </a:t>
                </a:r>
                <a:r>
                  <a:rPr lang="es-ES" sz="1200" dirty="0" err="1">
                    <a:latin typeface="Arial" panose="020B0604020202020204" pitchFamily="34" charset="0"/>
                    <a:cs typeface="Arial" panose="020B0604020202020204" pitchFamily="34" charset="0"/>
                  </a:rPr>
                  <a:t>result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total </a:t>
                </a:r>
                <a:r>
                  <a:rPr lang="es-ES" sz="1200" dirty="0" err="1">
                    <a:latin typeface="Arial" panose="020B0604020202020204" pitchFamily="34" charset="0"/>
                    <a:cs typeface="Arial" panose="020B0604020202020204" pitchFamily="34" charset="0"/>
                  </a:rPr>
                  <a:t>transmitted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four</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ports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reaches</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99.37%</m:t>
                    </m:r>
                  </m:oMath>
                </a14:m>
                <a:r>
                  <a:rPr lang="es-ES" sz="1200" dirty="0">
                    <a:latin typeface="Arial" panose="020B0604020202020204" pitchFamily="34" charset="0"/>
                    <a:cs typeface="Arial" panose="020B0604020202020204" pitchFamily="34" charset="0"/>
                  </a:rPr>
                  <a:t>(</a:t>
                </a:r>
                <a14:m>
                  <m:oMath xmlns:m="http://schemas.openxmlformats.org/officeDocument/2006/math">
                    <m:r>
                      <a:rPr lang="es-ES" sz="1200"/>
                      <m:t>0.9937</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driving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excess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down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low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value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0.0274 </m:t>
                    </m:r>
                    <m:r>
                      <m:rPr>
                        <m:nor/>
                      </m:rPr>
                      <a:rPr lang="es-ES" sz="1200">
                        <a:latin typeface="Arial" panose="020B0604020202020204" pitchFamily="34" charset="0"/>
                        <a:cs typeface="Arial" panose="020B0604020202020204" pitchFamily="34" charset="0"/>
                      </a:rPr>
                      <m:t>dB</m:t>
                    </m:r>
                    <m:r>
                      <m:rPr>
                        <m:nor/>
                      </m:rPr>
                      <a:rPr lang="es-ES" sz="1200" b="0" i="0" smtClean="0">
                        <a:latin typeface="Arial" panose="020B0604020202020204" pitchFamily="34" charset="0"/>
                        <a:cs typeface="Arial" panose="020B0604020202020204" pitchFamily="34" charset="0"/>
                      </a:rPr>
                      <m:t>.</m:t>
                    </m:r>
                  </m:oMath>
                </a14:m>
                <a:r>
                  <a:rPr lang="es-ES" sz="1200" dirty="0">
                    <a:latin typeface="Arial" panose="020B0604020202020204" pitchFamily="34" charset="0"/>
                    <a:cs typeface="Arial" panose="020B0604020202020204" pitchFamily="34" charset="0"/>
                  </a:rPr>
                  <a:t>The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division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highly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uniform</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bilaterally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symmetric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all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four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branches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achieving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almost</a:t>
                </a:r>
                <a:r>
                  <a:rPr lang="es-ES" sz="1200" dirty="0">
                    <a:latin typeface="Arial" panose="020B0604020202020204" pitchFamily="34" charset="0"/>
                    <a:cs typeface="Arial" panose="020B0604020202020204" pitchFamily="34" charset="0"/>
                  </a:rPr>
                  <a:t> ideal 25:25:25:25 </a:t>
                </a:r>
                <a:r>
                  <a:rPr lang="es-ES" sz="1200" dirty="0" err="1">
                    <a:latin typeface="Arial" panose="020B0604020202020204" pitchFamily="34" charset="0"/>
                    <a:cs typeface="Arial" panose="020B0604020202020204" pitchFamily="34" charset="0"/>
                  </a:rPr>
                  <a:t>split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25.06% / 24.93% / 24.93% / 25.08</m:t>
                    </m:r>
                    <m:r>
                      <a:rPr lang="es-ES" sz="1200" smtClean="0"/>
                      <m:t>%</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maximum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deviation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target </a:t>
                </a:r>
                <a:r>
                  <a:rPr lang="es-ES" sz="1200" dirty="0" err="1">
                    <a:latin typeface="Arial" panose="020B0604020202020204" pitchFamily="34" charset="0"/>
                    <a:cs typeface="Arial" panose="020B0604020202020204" pitchFamily="34" charset="0"/>
                  </a:rPr>
                  <a:t>split</a:t>
                </a:r>
                <a:r>
                  <a:rPr lang="es-ES" sz="1200" dirty="0">
                    <a:latin typeface="Arial" panose="020B0604020202020204" pitchFamily="34" charset="0"/>
                    <a:cs typeface="Arial" panose="020B0604020202020204" pitchFamily="34" charset="0"/>
                  </a:rPr>
                  <a:t> ratio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under</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0.08%</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Furthermore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maintaining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widths</a:t>
                </a:r>
                <a:r>
                  <a:rPr lang="es-ES" sz="1200" dirty="0">
                    <a:latin typeface="Arial" panose="020B0604020202020204" pitchFamily="34" charset="0"/>
                    <a:cs typeface="Arial" panose="020B0604020202020204" pitchFamily="34" charset="0"/>
                  </a:rPr>
                  <a:t> at </a:t>
                </a:r>
                <a14:m>
                  <m:oMath xmlns:m="http://schemas.openxmlformats.org/officeDocument/2006/math">
                    <m:r>
                      <a:rPr lang="es-ES" sz="1200"/>
                      <m:t>2.0 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ensures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sufficient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spatial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separation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adjacent</a:t>
                </a:r>
                <a:r>
                  <a:rPr lang="es-ES" sz="1200" dirty="0">
                    <a:latin typeface="Arial" panose="020B0604020202020204" pitchFamily="34" charset="0"/>
                    <a:cs typeface="Arial" panose="020B0604020202020204" pitchFamily="34" charset="0"/>
                  </a:rPr>
                  <a:t> output </a:t>
                </a:r>
                <a:r>
                  <a:rPr lang="es-ES" sz="1200" dirty="0" err="1">
                    <a:latin typeface="Arial" panose="020B0604020202020204" pitchFamily="34" charset="0"/>
                    <a:cs typeface="Arial" panose="020B0604020202020204" pitchFamily="34" charset="0"/>
                  </a:rPr>
                  <a:t>channels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preventing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parasitic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crosstalk</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ensuring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high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fabrication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tolerance</a:t>
                </a:r>
                <a:r>
                  <a:rPr lang="es-ES" sz="1200" dirty="0">
                    <a:latin typeface="Arial" panose="020B0604020202020204" pitchFamily="34" charset="0"/>
                    <a:cs typeface="Arial" panose="020B0604020202020204" pitchFamily="34" charset="0"/>
                  </a:rPr>
                  <a:t>. </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42D73A2E-0E5A-8A39-6B70-F9E94D6DBB70}"/>
                  </a:ext>
                </a:extLst>
              </p:cNvPr>
              <p:cNvSpPr txBox="1">
                <a:spLocks noRot="1" noChangeAspect="1" noMove="1" noResize="1" noEditPoints="1" noAdjustHandles="1" noChangeArrowheads="1" noChangeShapeType="1" noTextEdit="1"/>
              </p:cNvSpPr>
              <p:nvPr/>
            </p:nvSpPr>
            <p:spPr>
              <a:xfrm>
                <a:off x="609441" y="4009589"/>
                <a:ext cx="11199971" cy="1972078"/>
              </a:xfrm>
              <a:prstGeom prst="rect">
                <a:avLst/>
              </a:prstGeom>
              <a:blipFill>
                <a:blip r:embed="rId4"/>
                <a:stretch>
                  <a:fillRect r="-109" b="-610"/>
                </a:stretch>
              </a:blipFill>
              <a:ln w="28575">
                <a:solidFill>
                  <a:srgbClr val="E0700D"/>
                </a:solidFill>
              </a:ln>
            </p:spPr>
            <p:txBody>
              <a:bodyPr/>
              <a:lstStyle/>
              <a:p>
                <a:r>
                  <a:rPr lang="es-ES">
                    <a:noFill/>
                  </a:rPr>
                  <a:t> </a:t>
                </a:r>
              </a:p>
            </p:txBody>
          </p:sp>
        </mc:Fallback>
      </mc:AlternateContent>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254069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F05A09CA-1DE5-6F8D-5496-BBAB5AD92456}"/>
              </a:ext>
            </a:extLst>
          </p:cNvPr>
          <p:cNvPicPr>
            <a:picLocks noChangeAspect="1"/>
          </p:cNvPicPr>
          <p:nvPr/>
        </p:nvPicPr>
        <p:blipFill>
          <a:blip r:embed="rId5"/>
          <a:stretch>
            <a:fillRect/>
          </a:stretch>
        </p:blipFill>
        <p:spPr>
          <a:xfrm>
            <a:off x="742076" y="1828800"/>
            <a:ext cx="4820524" cy="2015550"/>
          </a:xfrm>
          <a:prstGeom prst="rect">
            <a:avLst/>
          </a:prstGeom>
        </p:spPr>
      </p:pic>
      <p:pic>
        <p:nvPicPr>
          <p:cNvPr id="11" name="Imagen 10">
            <a:extLst>
              <a:ext uri="{FF2B5EF4-FFF2-40B4-BE49-F238E27FC236}">
                <a16:creationId xmlns:a16="http://schemas.microsoft.com/office/drawing/2014/main" id="{2A4BD70D-D667-FCAF-367B-3B8411FC152A}"/>
              </a:ext>
            </a:extLst>
          </p:cNvPr>
          <p:cNvPicPr>
            <a:picLocks noChangeAspect="1"/>
          </p:cNvPicPr>
          <p:nvPr/>
        </p:nvPicPr>
        <p:blipFill>
          <a:blip r:embed="rId6"/>
          <a:stretch>
            <a:fillRect/>
          </a:stretch>
        </p:blipFill>
        <p:spPr>
          <a:xfrm>
            <a:off x="6612675" y="1619953"/>
            <a:ext cx="3866496" cy="1888419"/>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0" name="Imagen 9">
            <a:extLst>
              <a:ext uri="{FF2B5EF4-FFF2-40B4-BE49-F238E27FC236}">
                <a16:creationId xmlns:a16="http://schemas.microsoft.com/office/drawing/2014/main" id="{B3E48ED4-4E21-AC36-851D-CA2CFC9DA549}"/>
              </a:ext>
            </a:extLst>
          </p:cNvPr>
          <p:cNvPicPr>
            <a:picLocks noChangeAspect="1"/>
          </p:cNvPicPr>
          <p:nvPr/>
        </p:nvPicPr>
        <p:blipFill>
          <a:blip r:embed="rId7"/>
          <a:stretch>
            <a:fillRect/>
          </a:stretch>
        </p:blipFill>
        <p:spPr>
          <a:xfrm>
            <a:off x="1304157" y="1558839"/>
            <a:ext cx="9711460" cy="3425930"/>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197AA-5FDC-368A-A266-1E7767C1D6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0DFDD91-E1B8-A1B6-FA31-CF757AA03B0E}"/>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C12E6F68-A770-01E7-2078-D0A520E61B6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9FFE1A5-9B6E-1D43-3B77-D678A7B13D1B}"/>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0FDA2B46-D812-B30A-DBBF-C0BD86007D9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9C79949C-091F-3CF9-2E5B-2AECD500443E}"/>
                  </a:ext>
                </a:extLst>
              </p:cNvPr>
              <p:cNvSpPr txBox="1"/>
              <p:nvPr/>
            </p:nvSpPr>
            <p:spPr>
              <a:xfrm>
                <a:off x="480239" y="1600200"/>
                <a:ext cx="11199971" cy="32960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r>
                  <a:rPr lang="es-ES" sz="1200" dirty="0">
                    <a:latin typeface="Arial" panose="020B0604020202020204" pitchFamily="34" charset="0"/>
                    <a:cs typeface="Arial" panose="020B0604020202020204" pitchFamily="34" charset="0"/>
                  </a:rPr>
                  <a:t>In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deep-etched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configuration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 </a:t>
                </a:r>
                <a14:m>
                  <m:oMath xmlns:m="http://schemas.openxmlformats.org/officeDocument/2006/math">
                    <m:r>
                      <a:rPr lang="es-ES" sz="1200">
                        <a:latin typeface="Cambria Math" panose="02040503050406030204" pitchFamily="18" charset="0"/>
                      </a:rPr>
                      <m:t>0</m:t>
                    </m:r>
                    <m:r>
                      <m:rPr>
                        <m:nor/>
                      </m:rPr>
                      <a:rPr lang="es-ES" sz="1200" i="0">
                        <a:latin typeface="Arial" panose="020B0604020202020204" pitchFamily="34" charset="0"/>
                        <a:cs typeface="Arial" panose="020B0604020202020204" pitchFamily="34" charset="0"/>
                      </a:rPr>
                      <m:t> nm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beating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exhibits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continuous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monotonic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decrease</a:t>
                </a:r>
                <a:r>
                  <a:rPr lang="es-ES" sz="1200" dirty="0">
                    <a:latin typeface="Arial" panose="020B0604020202020204" pitchFamily="34" charset="0"/>
                    <a:cs typeface="Arial" panose="020B0604020202020204" pitchFamily="34" charset="0"/>
                  </a:rPr>
                  <a:t> as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operating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increases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1.50 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1.70 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both</a:t>
                </a:r>
                <a:r>
                  <a:rPr lang="es-ES" sz="1200" dirty="0">
                    <a:latin typeface="Arial" panose="020B0604020202020204" pitchFamily="34" charset="0"/>
                    <a:cs typeface="Arial" panose="020B0604020202020204" pitchFamily="34" charset="0"/>
                  </a:rPr>
                  <a:t> fundamental </a:t>
                </a:r>
                <a:r>
                  <a:rPr lang="es-ES" sz="1200" dirty="0" err="1">
                    <a:latin typeface="Arial" panose="020B0604020202020204" pitchFamily="34" charset="0"/>
                    <a:cs typeface="Arial" panose="020B0604020202020204" pitchFamily="34" charset="0"/>
                  </a:rPr>
                  <a:t>polarizations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dropping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67.6 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r>
                      <m:rPr>
                        <m:nor/>
                      </m:rPr>
                      <a:rPr lang="es-ES" sz="1200" b="0" i="0" smtClean="0">
                        <a:latin typeface="Arial" panose="020B0604020202020204" pitchFamily="34" charset="0"/>
                        <a:cs typeface="Arial" panose="020B0604020202020204" pitchFamily="34" charset="0"/>
                      </a:rPr>
                      <m:t> </m:t>
                    </m:r>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40.7 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TE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41.6 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r>
                      <m:rPr>
                        <m:nor/>
                      </m:rPr>
                      <a:rPr lang="es-ES" sz="1200" b="0" i="0" smtClean="0">
                        <a:latin typeface="Arial" panose="020B0604020202020204" pitchFamily="34" charset="0"/>
                        <a:cs typeface="Arial" panose="020B0604020202020204" pitchFamily="34" charset="0"/>
                      </a:rPr>
                      <m:t> </m:t>
                    </m:r>
                  </m:oMath>
                </a14:m>
                <a:r>
                  <a:rPr lang="es-ES" sz="1200" dirty="0">
                    <a:latin typeface="Arial" panose="020B0604020202020204" pitchFamily="34" charset="0"/>
                    <a:cs typeface="Arial" panose="020B0604020202020204" pitchFamily="34" charset="0"/>
                  </a:rPr>
                  <a:t>to </a:t>
                </a:r>
                <a14:m>
                  <m:oMath xmlns:m="http://schemas.openxmlformats.org/officeDocument/2006/math">
                    <m:r>
                      <a:rPr lang="es-ES" sz="1200">
                        <a:latin typeface="Cambria Math" panose="02040503050406030204" pitchFamily="18" charset="0"/>
                      </a:rPr>
                      <m:t>31.2 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As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increases</a:t>
                </a:r>
                <a:r>
                  <a:rPr lang="es-ES" sz="1200" dirty="0">
                    <a:latin typeface="Arial" panose="020B0604020202020204" pitchFamily="34" charset="0"/>
                    <a:cs typeface="Arial" panose="020B0604020202020204" pitchFamily="34" charset="0"/>
                  </a:rPr>
                  <a:t> relative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geometry</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1.0 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r>
                      <a:rPr lang="es-ES" sz="1200">
                        <a:latin typeface="Cambria Math" panose="02040503050406030204" pitchFamily="18" charset="0"/>
                      </a:rPr>
                      <m:t>×0.3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optical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high-index</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0">
                            <a:latin typeface="Arial" panose="020B0604020202020204" pitchFamily="34" charset="0"/>
                            <a:cs typeface="Arial" panose="020B0604020202020204" pitchFamily="34" charset="0"/>
                          </a:rPr>
                        </m:ctrlPr>
                      </m:sSubPr>
                      <m:e>
                        <m:r>
                          <m:rPr>
                            <m:nor/>
                          </m:rPr>
                          <a:rPr lang="es-ES" sz="1200" i="0">
                            <a:latin typeface="Arial" panose="020B0604020202020204" pitchFamily="34" charset="0"/>
                            <a:cs typeface="Arial" panose="020B0604020202020204" pitchFamily="34" charset="0"/>
                          </a:rPr>
                          <m:t>Si</m:t>
                        </m:r>
                      </m:e>
                      <m:sub>
                        <m:r>
                          <a:rPr lang="es-ES" sz="1200">
                            <a:latin typeface="Cambria Math" panose="02040503050406030204" pitchFamily="18" charset="0"/>
                          </a:rPr>
                          <m:t>3</m:t>
                        </m:r>
                      </m:sub>
                    </m:sSub>
                    <m:sSub>
                      <m:sSubPr>
                        <m:ctrlPr>
                          <a:rPr lang="es-ES" sz="1200" i="0">
                            <a:latin typeface="Arial" panose="020B0604020202020204" pitchFamily="34" charset="0"/>
                            <a:cs typeface="Arial" panose="020B0604020202020204" pitchFamily="34" charset="0"/>
                          </a:rPr>
                        </m:ctrlPr>
                      </m:sSubPr>
                      <m:e>
                        <m:r>
                          <m:rPr>
                            <m:nor/>
                          </m:rPr>
                          <a:rPr lang="es-ES" sz="1200" i="0">
                            <a:latin typeface="Arial" panose="020B0604020202020204" pitchFamily="34" charset="0"/>
                            <a:cs typeface="Arial" panose="020B0604020202020204" pitchFamily="34" charset="0"/>
                          </a:rPr>
                          <m:t>N</m:t>
                        </m:r>
                      </m:e>
                      <m:sub>
                        <m:r>
                          <a:rPr lang="es-ES" sz="1200">
                            <a:latin typeface="Cambria Math" panose="02040503050406030204" pitchFamily="18" charset="0"/>
                          </a:rPr>
                          <m:t>4</m:t>
                        </m:r>
                      </m:sub>
                    </m:sSub>
                  </m:oMath>
                </a14:m>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decreases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enabling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penetrate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deeper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0.6 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oxide gap.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enhanced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spatial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overlap</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adjacent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modes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increases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coefficient</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i="1">
                        <a:latin typeface="Cambria Math" panose="02040503050406030204" pitchFamily="18" charset="0"/>
                      </a:rPr>
                      <m:t>𝜅</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shortening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required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complete </a:t>
                </a:r>
                <a:r>
                  <a:rPr lang="es-ES" sz="1200" dirty="0" err="1">
                    <a:latin typeface="Arial" panose="020B0604020202020204" pitchFamily="34" charset="0"/>
                    <a:cs typeface="Arial" panose="020B0604020202020204" pitchFamily="34" charset="0"/>
                  </a:rPr>
                  <a:t>power</a:t>
                </a:r>
                <a:r>
                  <a:rPr lang="es-ES" sz="1200" dirty="0">
                    <a:latin typeface="Arial" panose="020B0604020202020204" pitchFamily="34" charset="0"/>
                    <a:cs typeface="Arial" panose="020B0604020202020204" pitchFamily="34" charset="0"/>
                  </a:rPr>
                  <a:t> transfer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r>
                      <a:rPr lang="es-ES" sz="1200">
                        <a:latin typeface="Cambria Math" panose="02040503050406030204" pitchFamily="18" charset="0"/>
                      </a:rPr>
                      <m:t>=</m:t>
                    </m:r>
                    <m:r>
                      <a:rPr lang="es-ES" sz="1200" i="1">
                        <a:latin typeface="Cambria Math" panose="02040503050406030204" pitchFamily="18" charset="0"/>
                      </a:rPr>
                      <m:t>𝜆</m:t>
                    </m:r>
                    <m:r>
                      <a:rPr lang="es-ES" sz="1200">
                        <a:latin typeface="Cambria Math" panose="02040503050406030204" pitchFamily="18" charset="0"/>
                      </a:rPr>
                      <m:t>/</m:t>
                    </m:r>
                    <m:d>
                      <m:dPr>
                        <m:ctrlPr>
                          <a:rPr lang="es-ES" sz="1200">
                            <a:latin typeface="Cambria Math" panose="02040503050406030204" pitchFamily="18" charset="0"/>
                          </a:rPr>
                        </m:ctrlPr>
                      </m:dPr>
                      <m:e>
                        <m:r>
                          <a:rPr lang="es-ES" sz="1200">
                            <a:latin typeface="Cambria Math" panose="02040503050406030204" pitchFamily="18" charset="0"/>
                          </a:rPr>
                          <m:t>2</m:t>
                        </m:r>
                        <m:r>
                          <m:rPr>
                            <m:sty m:val="p"/>
                          </m:rPr>
                          <a:rPr lang="es-ES" sz="1200">
                            <a:latin typeface="Cambria Math" panose="02040503050406030204" pitchFamily="18" charset="0"/>
                          </a:rPr>
                          <m:t>Δ</m:t>
                        </m:r>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m:rPr>
                                <m:nor/>
                              </m:rPr>
                              <a:rPr lang="es-ES" sz="1200" i="0">
                                <a:latin typeface="Arial" panose="020B0604020202020204" pitchFamily="34" charset="0"/>
                                <a:cs typeface="Arial" panose="020B0604020202020204" pitchFamily="34" charset="0"/>
                              </a:rPr>
                              <m:t>eff</m:t>
                            </m:r>
                          </m:sub>
                        </m:sSub>
                      </m:e>
                    </m:d>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Furthermore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exhibits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shorter</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oMath>
                </a14:m>
                <a:r>
                  <a:rPr lang="es-ES" sz="1200" dirty="0" err="1">
                    <a:latin typeface="Arial" panose="020B0604020202020204" pitchFamily="34" charset="0"/>
                    <a:cs typeface="Arial" panose="020B0604020202020204" pitchFamily="34" charset="0"/>
                  </a:rPr>
                  <a:t>than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TE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throughout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entire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spectrum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because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thickness</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300</m:t>
                    </m:r>
                    <m:r>
                      <m:rPr>
                        <m:nor/>
                      </m:rPr>
                      <a:rPr lang="es-ES" sz="1200" i="0">
                        <a:latin typeface="Arial" panose="020B0604020202020204" pitchFamily="34" charset="0"/>
                        <a:cs typeface="Arial" panose="020B0604020202020204" pitchFamily="34" charset="0"/>
                      </a:rPr>
                      <m:t> nm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provides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weaker</a:t>
                </a:r>
                <a:r>
                  <a:rPr lang="es-ES" sz="1200" dirty="0">
                    <a:latin typeface="Arial" panose="020B0604020202020204" pitchFamily="34" charset="0"/>
                    <a:cs typeface="Arial" panose="020B0604020202020204" pitchFamily="34" charset="0"/>
                  </a:rPr>
                  <a:t> vertical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transverse </a:t>
                </a:r>
                <a:r>
                  <a:rPr lang="es-ES" sz="1200" dirty="0" err="1">
                    <a:latin typeface="Arial" panose="020B0604020202020204" pitchFamily="34" charset="0"/>
                    <a:cs typeface="Arial" panose="020B0604020202020204" pitchFamily="34" charset="0"/>
                  </a:rPr>
                  <a:t>magnetic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resulting</a:t>
                </a:r>
                <a:r>
                  <a:rPr lang="es-ES" sz="1200" dirty="0">
                    <a:latin typeface="Arial" panose="020B0604020202020204" pitchFamily="34" charset="0"/>
                    <a:cs typeface="Arial" panose="020B0604020202020204" pitchFamily="34" charset="0"/>
                  </a:rPr>
                  <a:t> in a </a:t>
                </a:r>
                <a:r>
                  <a:rPr lang="es-ES" sz="1200" dirty="0" err="1">
                    <a:latin typeface="Arial" panose="020B0604020202020204" pitchFamily="34" charset="0"/>
                    <a:cs typeface="Arial" panose="020B0604020202020204" pitchFamily="34" charset="0"/>
                  </a:rPr>
                  <a:t>broader</a:t>
                </a:r>
                <a:r>
                  <a:rPr lang="es-ES" sz="1200" dirty="0">
                    <a:latin typeface="Arial" panose="020B0604020202020204" pitchFamily="34" charset="0"/>
                    <a:cs typeface="Arial" panose="020B0604020202020204" pitchFamily="34" charset="0"/>
                  </a:rPr>
                  <a:t> lateral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decay</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higher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efficiency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gap. </a:t>
                </a:r>
              </a:p>
              <a:p>
                <a:endParaRPr lang="es-ES" sz="1200" dirty="0">
                  <a:latin typeface="Arial" panose="020B0604020202020204" pitchFamily="34" charset="0"/>
                  <a:cs typeface="Arial" panose="020B0604020202020204" pitchFamily="34" charset="0"/>
                </a:endParaRPr>
              </a:p>
              <a:p>
                <a:r>
                  <a:rPr lang="es-ES" sz="1200" dirty="0">
                    <a:latin typeface="Arial" panose="020B0604020202020204" pitchFamily="34" charset="0"/>
                    <a:cs typeface="Arial" panose="020B0604020202020204" pitchFamily="34" charset="0"/>
                  </a:rPr>
                  <a:t>In </a:t>
                </a:r>
                <a:r>
                  <a:rPr lang="es-ES" sz="1200" dirty="0" err="1">
                    <a:latin typeface="Arial" panose="020B0604020202020204" pitchFamily="34" charset="0"/>
                    <a:cs typeface="Arial" panose="020B0604020202020204" pitchFamily="34" charset="0"/>
                  </a:rPr>
                  <a:t>contrast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shallow-etched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geometry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 </a:t>
                </a:r>
                <a14:m>
                  <m:oMath xmlns:m="http://schemas.openxmlformats.org/officeDocument/2006/math">
                    <m:r>
                      <a:rPr lang="es-ES" sz="1200">
                        <a:latin typeface="Cambria Math" panose="02040503050406030204" pitchFamily="18" charset="0"/>
                      </a:rPr>
                      <m:t>150</m:t>
                    </m:r>
                    <m:r>
                      <m:rPr>
                        <m:nor/>
                      </m:rPr>
                      <a:rPr lang="es-ES" sz="1200" i="0">
                        <a:latin typeface="Arial" panose="020B0604020202020204" pitchFamily="34" charset="0"/>
                        <a:cs typeface="Arial" panose="020B0604020202020204" pitchFamily="34" charset="0"/>
                      </a:rPr>
                      <m:t> nm</m:t>
                    </m:r>
                  </m:oMath>
                </a14:m>
                <a:r>
                  <a:rPr lang="es-ES" sz="1200" dirty="0">
                    <a:latin typeface="Arial" panose="020B0604020202020204" pitchFamily="34" charset="0"/>
                    <a:cs typeface="Arial" panose="020B0604020202020204" pitchFamily="34" charset="0"/>
                  </a:rPr>
                  <a:t>) introduces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extreme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anisotropy</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qualitative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divergence</a:t>
                </a:r>
                <a:r>
                  <a:rPr lang="es-ES" sz="1200" dirty="0">
                    <a:latin typeface="Arial" panose="020B0604020202020204" pitchFamily="34" charset="0"/>
                    <a:cs typeface="Arial" panose="020B0604020202020204" pitchFamily="34" charset="0"/>
                  </a:rPr>
                  <a:t>. For TE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continuous</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150</m:t>
                    </m:r>
                    <m:r>
                      <m:rPr>
                        <m:nor/>
                      </m:rPr>
                      <a:rPr lang="es-ES" sz="1200" i="0">
                        <a:latin typeface="Arial" panose="020B0604020202020204" pitchFamily="34" charset="0"/>
                        <a:cs typeface="Arial" panose="020B0604020202020204" pitchFamily="34" charset="0"/>
                      </a:rPr>
                      <m:t> nm</m:t>
                    </m:r>
                    <m:sSub>
                      <m:sSubPr>
                        <m:ctrlPr>
                          <a:rPr lang="es-ES" sz="1200" i="0">
                            <a:latin typeface="Arial" panose="020B0604020202020204" pitchFamily="34" charset="0"/>
                            <a:cs typeface="Arial" panose="020B0604020202020204" pitchFamily="34" charset="0"/>
                          </a:rPr>
                        </m:ctrlPr>
                      </m:sSubPr>
                      <m:e>
                        <m:r>
                          <m:rPr>
                            <m:nor/>
                          </m:rPr>
                          <a:rPr lang="es-ES" sz="1200" i="0">
                            <a:latin typeface="Arial" panose="020B0604020202020204" pitchFamily="34" charset="0"/>
                            <a:cs typeface="Arial" panose="020B0604020202020204" pitchFamily="34" charset="0"/>
                          </a:rPr>
                          <m:t>Si</m:t>
                        </m:r>
                      </m:e>
                      <m:sub>
                        <m:r>
                          <a:rPr lang="es-ES" sz="1200">
                            <a:latin typeface="Cambria Math" panose="02040503050406030204" pitchFamily="18" charset="0"/>
                          </a:rPr>
                          <m:t>3</m:t>
                        </m:r>
                      </m:sub>
                    </m:sSub>
                    <m:sSub>
                      <m:sSubPr>
                        <m:ctrlPr>
                          <a:rPr lang="es-ES" sz="1200" i="0">
                            <a:latin typeface="Arial" panose="020B0604020202020204" pitchFamily="34" charset="0"/>
                            <a:cs typeface="Arial" panose="020B0604020202020204" pitchFamily="34" charset="0"/>
                          </a:rPr>
                        </m:ctrlPr>
                      </m:sSubPr>
                      <m:e>
                        <m:r>
                          <m:rPr>
                            <m:nor/>
                          </m:rPr>
                          <a:rPr lang="es-ES" sz="1200" i="0">
                            <a:latin typeface="Arial" panose="020B0604020202020204" pitchFamily="34" charset="0"/>
                            <a:cs typeface="Arial" panose="020B0604020202020204" pitchFamily="34" charset="0"/>
                          </a:rPr>
                          <m:t>N</m:t>
                        </m:r>
                      </m:e>
                      <m:sub>
                        <m:r>
                          <a:rPr lang="es-ES" sz="1200">
                            <a:latin typeface="Cambria Math" panose="02040503050406030204" pitchFamily="18" charset="0"/>
                          </a:rPr>
                          <m:t>4</m:t>
                        </m:r>
                      </m:sub>
                    </m:sSub>
                  </m:oMath>
                </a14:m>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provides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unbroken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dielectric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continuity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dominant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in-plane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electric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component</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𝐸</m:t>
                        </m:r>
                      </m:e>
                      <m:sub>
                        <m:r>
                          <a:rPr lang="es-ES" sz="1200" i="1">
                            <a:latin typeface="Cambria Math" panose="02040503050406030204" pitchFamily="18" charset="0"/>
                          </a:rPr>
                          <m:t>𝑥</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acting</a:t>
                </a:r>
                <a:r>
                  <a:rPr lang="es-ES" sz="1200" dirty="0">
                    <a:latin typeface="Arial" panose="020B0604020202020204" pitchFamily="34" charset="0"/>
                    <a:cs typeface="Arial" panose="020B0604020202020204" pitchFamily="34" charset="0"/>
                  </a:rPr>
                  <a:t> as a </a:t>
                </a:r>
                <a:r>
                  <a:rPr lang="es-ES" sz="1200" dirty="0" err="1">
                    <a:latin typeface="Arial" panose="020B0604020202020204" pitchFamily="34" charset="0"/>
                    <a:cs typeface="Arial" panose="020B0604020202020204" pitchFamily="34" charset="0"/>
                  </a:rPr>
                  <a:t>high-index</a:t>
                </a:r>
                <a:r>
                  <a:rPr lang="es-ES" sz="1200" dirty="0">
                    <a:latin typeface="Arial" panose="020B0604020202020204" pitchFamily="34" charset="0"/>
                    <a:cs typeface="Arial" panose="020B0604020202020204" pitchFamily="34" charset="0"/>
                  </a:rPr>
                  <a:t> bridge </a:t>
                </a:r>
                <a:r>
                  <a:rPr lang="es-ES" sz="1200" dirty="0" err="1">
                    <a:latin typeface="Arial" panose="020B0604020202020204" pitchFamily="34" charset="0"/>
                    <a:cs typeface="Arial" panose="020B0604020202020204" pitchFamily="34" charset="0"/>
                  </a:rPr>
                  <a:t>that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strongly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facilitates</a:t>
                </a:r>
                <a:r>
                  <a:rPr lang="es-ES" sz="1200" dirty="0">
                    <a:latin typeface="Arial" panose="020B0604020202020204" pitchFamily="34" charset="0"/>
                    <a:cs typeface="Arial" panose="020B0604020202020204" pitchFamily="34" charset="0"/>
                  </a:rPr>
                  <a:t> lateral </a:t>
                </a:r>
                <a:r>
                  <a:rPr lang="es-ES" sz="1200" dirty="0" err="1">
                    <a:latin typeface="Arial" panose="020B0604020202020204" pitchFamily="34" charset="0"/>
                    <a:cs typeface="Arial" panose="020B0604020202020204" pitchFamily="34" charset="0"/>
                  </a:rPr>
                  <a:t>tunneling</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compresses</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almost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dispersion</a:t>
                </a:r>
                <a:r>
                  <a:rPr lang="es-ES" sz="1200" dirty="0">
                    <a:latin typeface="Arial" panose="020B0604020202020204" pitchFamily="34" charset="0"/>
                    <a:cs typeface="Arial" panose="020B0604020202020204" pitchFamily="34" charset="0"/>
                  </a:rPr>
                  <a:t>-flat </a:t>
                </a:r>
                <a:r>
                  <a:rPr lang="es-ES" sz="1200" dirty="0" err="1">
                    <a:latin typeface="Arial" panose="020B0604020202020204" pitchFamily="34" charset="0"/>
                    <a:cs typeface="Arial" panose="020B0604020202020204" pitchFamily="34" charset="0"/>
                  </a:rPr>
                  <a:t>value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35 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and </a:t>
                </a:r>
                <a14:m>
                  <m:oMath xmlns:m="http://schemas.openxmlformats.org/officeDocument/2006/math">
                    <m:r>
                      <a:rPr lang="es-ES" sz="1200">
                        <a:latin typeface="Cambria Math" panose="02040503050406030204" pitchFamily="18" charset="0"/>
                      </a:rPr>
                      <m:t>40 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Conversely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vertically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polarized</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𝐸</m:t>
                        </m:r>
                      </m:e>
                      <m:sub>
                        <m:r>
                          <a:rPr lang="es-ES" sz="1200" i="1">
                            <a:latin typeface="Cambria Math" panose="02040503050406030204" pitchFamily="18" charset="0"/>
                          </a:rPr>
                          <m:t>𝑦</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encounters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strong</a:t>
                </a:r>
                <a:r>
                  <a:rPr lang="es-ES" sz="1200" dirty="0">
                    <a:latin typeface="Arial" panose="020B0604020202020204" pitchFamily="34" charset="0"/>
                    <a:cs typeface="Arial" panose="020B0604020202020204" pitchFamily="34" charset="0"/>
                  </a:rPr>
                  <a:t> normal-</a:t>
                </a:r>
                <a:r>
                  <a:rPr lang="es-ES" sz="1200" dirty="0" err="1">
                    <a:latin typeface="Arial" panose="020B0604020202020204" pitchFamily="34" charset="0"/>
                    <a:cs typeface="Arial" panose="020B0604020202020204" pitchFamily="34" charset="0"/>
                  </a:rPr>
                  <a:t>boundary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permittivity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discontinuity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across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interfaces. </a:t>
                </a:r>
                <a:r>
                  <a:rPr lang="es-ES" sz="1200" dirty="0" err="1">
                    <a:latin typeface="Arial" panose="020B0604020202020204" pitchFamily="34" charset="0"/>
                    <a:cs typeface="Arial" panose="020B0604020202020204" pitchFamily="34" charset="0"/>
                  </a:rPr>
                  <a:t>Because</a:t>
                </a:r>
                <a:r>
                  <a:rPr lang="es-ES" sz="1200" dirty="0">
                    <a:latin typeface="Arial" panose="020B0604020202020204" pitchFamily="34" charset="0"/>
                    <a:cs typeface="Arial" panose="020B0604020202020204" pitchFamily="34" charset="0"/>
                  </a:rPr>
                  <a:t> a </a:t>
                </a:r>
                <a14:m>
                  <m:oMath xmlns:m="http://schemas.openxmlformats.org/officeDocument/2006/math">
                    <m:r>
                      <a:rPr lang="es-ES" sz="1200">
                        <a:latin typeface="Cambria Math" panose="02040503050406030204" pitchFamily="18" charset="0"/>
                      </a:rPr>
                      <m:t>150</m:t>
                    </m:r>
                    <m:r>
                      <m:rPr>
                        <m:nor/>
                      </m:rPr>
                      <a:rPr lang="es-ES" sz="1200" i="0">
                        <a:latin typeface="Arial" panose="020B0604020202020204" pitchFamily="34" charset="0"/>
                        <a:cs typeface="Arial" panose="020B0604020202020204" pitchFamily="34" charset="0"/>
                      </a:rPr>
                      <m:t> nm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far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guide </a:t>
                </a:r>
                <a:r>
                  <a:rPr lang="es-ES" sz="1200" dirty="0" err="1">
                    <a:latin typeface="Arial" panose="020B0604020202020204" pitchFamily="34" charset="0"/>
                    <a:cs typeface="Arial" panose="020B0604020202020204" pitchFamily="34" charset="0"/>
                  </a:rPr>
                  <a:t>or</a:t>
                </a:r>
                <a:r>
                  <a:rPr lang="es-ES" sz="1200" dirty="0">
                    <a:latin typeface="Arial" panose="020B0604020202020204" pitchFamily="34" charset="0"/>
                    <a:cs typeface="Arial" panose="020B0604020202020204" pitchFamily="34" charset="0"/>
                  </a:rPr>
                  <a:t> bridge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t>
                </a:r>
                <a:r>
                  <a:rPr lang="es-ES" sz="1200" dirty="0" err="1">
                    <a:latin typeface="Arial" panose="020B0604020202020204" pitchFamily="34" charset="0"/>
                    <a:cs typeface="Arial" panose="020B0604020202020204" pitchFamily="34" charset="0"/>
                  </a:rPr>
                  <a:t>telecom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wavelengths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heavily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suppressed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causing</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a:latin typeface="Cambria Math" panose="02040503050406030204" pitchFamily="18" charset="0"/>
                          </a:rPr>
                        </m:ctrlPr>
                      </m:sSubPr>
                      <m:e>
                        <m:r>
                          <a:rPr lang="es-ES" sz="1200" i="1">
                            <a:latin typeface="Cambria Math" panose="02040503050406030204" pitchFamily="18" charset="0"/>
                          </a:rPr>
                          <m:t>𝐿</m:t>
                        </m:r>
                      </m:e>
                      <m:sub>
                        <m:r>
                          <a:rPr lang="es-ES" sz="1200" i="1">
                            <a:latin typeface="Cambria Math" panose="02040503050406030204" pitchFamily="18" charset="0"/>
                          </a:rPr>
                          <m:t>𝜋</m:t>
                        </m:r>
                      </m:sub>
                    </m:sSub>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surge </a:t>
                </a:r>
                <a:r>
                  <a:rPr lang="es-ES" sz="1200" dirty="0" err="1">
                    <a:latin typeface="Arial" panose="020B0604020202020204" pitchFamily="34" charset="0"/>
                    <a:cs typeface="Arial" panose="020B0604020202020204" pitchFamily="34" charset="0"/>
                  </a:rPr>
                  <a:t>into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400</m:t>
                    </m:r>
                    <m:r>
                      <m:rPr>
                        <m:nor/>
                      </m:rPr>
                      <a:rPr lang="es-ES" sz="1200" i="0">
                        <a:latin typeface="Arial" panose="020B0604020202020204" pitchFamily="34" charset="0"/>
                        <a:cs typeface="Arial" panose="020B0604020202020204" pitchFamily="34" charset="0"/>
                      </a:rPr>
                      <m:t>−−</m:t>
                    </m:r>
                    <m:r>
                      <a:rPr lang="es-ES" sz="1200">
                        <a:latin typeface="Cambria Math" panose="02040503050406030204" pitchFamily="18" charset="0"/>
                      </a:rPr>
                      <m:t>860 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regime</a:t>
                </a:r>
                <a:r>
                  <a:rPr lang="es-ES" sz="1200" dirty="0">
                    <a:latin typeface="Arial" panose="020B0604020202020204" pitchFamily="34" charset="0"/>
                    <a:cs typeface="Arial" panose="020B0604020202020204" pitchFamily="34" charset="0"/>
                  </a:rPr>
                  <a:t>—more </a:t>
                </a:r>
                <a:r>
                  <a:rPr lang="es-ES" sz="1200" dirty="0" err="1">
                    <a:latin typeface="Arial" panose="020B0604020202020204" pitchFamily="34" charset="0"/>
                    <a:cs typeface="Arial" panose="020B0604020202020204" pitchFamily="34" charset="0"/>
                  </a:rPr>
                  <a:t>than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twenty</a:t>
                </a:r>
                <a:r>
                  <a:rPr lang="es-ES" sz="1200" dirty="0">
                    <a:latin typeface="Arial" panose="020B0604020202020204" pitchFamily="34" charset="0"/>
                    <a:cs typeface="Arial" panose="020B0604020202020204" pitchFamily="34" charset="0"/>
                  </a:rPr>
                  <a:t> times </a:t>
                </a:r>
                <a:r>
                  <a:rPr lang="es-ES" sz="1200" dirty="0" err="1">
                    <a:latin typeface="Arial" panose="020B0604020202020204" pitchFamily="34" charset="0"/>
                    <a:cs typeface="Arial" panose="020B0604020202020204" pitchFamily="34" charset="0"/>
                  </a:rPr>
                  <a:t>larger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its</a:t>
                </a:r>
                <a:r>
                  <a:rPr lang="es-ES" sz="1200" dirty="0">
                    <a:latin typeface="Arial" panose="020B0604020202020204" pitchFamily="34" charset="0"/>
                    <a:cs typeface="Arial" panose="020B0604020202020204" pitchFamily="34" charset="0"/>
                  </a:rPr>
                  <a:t> TE </a:t>
                </a:r>
                <a:r>
                  <a:rPr lang="es-ES" sz="1200" dirty="0" err="1">
                    <a:latin typeface="Arial" panose="020B0604020202020204" pitchFamily="34" charset="0"/>
                    <a:cs typeface="Arial" panose="020B0604020202020204" pitchFamily="34" charset="0"/>
                  </a:rPr>
                  <a:t>counterpart</a:t>
                </a:r>
                <a:r>
                  <a:rPr lang="es-ES" sz="1200" dirty="0">
                    <a:latin typeface="Arial" panose="020B0604020202020204" pitchFamily="34" charset="0"/>
                    <a:cs typeface="Arial" panose="020B0604020202020204" pitchFamily="34" charset="0"/>
                  </a:rPr>
                  <a:t>. The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TM curve </a:t>
                </a:r>
                <a:r>
                  <a:rPr lang="es-ES" sz="1200" dirty="0" err="1">
                    <a:latin typeface="Arial" panose="020B0604020202020204" pitchFamily="34" charset="0"/>
                    <a:cs typeface="Arial" panose="020B0604020202020204" pitchFamily="34" charset="0"/>
                  </a:rPr>
                  <a:t>also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displays</a:t>
                </a:r>
                <a:r>
                  <a:rPr lang="es-ES" sz="1200" dirty="0">
                    <a:latin typeface="Arial" panose="020B0604020202020204" pitchFamily="34" charset="0"/>
                    <a:cs typeface="Arial" panose="020B0604020202020204" pitchFamily="34" charset="0"/>
                  </a:rPr>
                  <a:t> a non-</a:t>
                </a:r>
                <a:r>
                  <a:rPr lang="es-ES" sz="1200" dirty="0" err="1">
                    <a:latin typeface="Arial" panose="020B0604020202020204" pitchFamily="34" charset="0"/>
                    <a:cs typeface="Arial" panose="020B0604020202020204" pitchFamily="34" charset="0"/>
                  </a:rPr>
                  <a:t>monotonic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curvature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with</a:t>
                </a:r>
                <a:r>
                  <a:rPr lang="es-ES" sz="1200" dirty="0">
                    <a:latin typeface="Arial" panose="020B0604020202020204" pitchFamily="34" charset="0"/>
                    <a:cs typeface="Arial" panose="020B0604020202020204" pitchFamily="34" charset="0"/>
                  </a:rPr>
                  <a:t> a local </a:t>
                </a:r>
                <a:r>
                  <a:rPr lang="es-ES" sz="1200" dirty="0" err="1">
                    <a:latin typeface="Arial" panose="020B0604020202020204" pitchFamily="34" charset="0"/>
                    <a:cs typeface="Arial" panose="020B0604020202020204" pitchFamily="34" charset="0"/>
                  </a:rPr>
                  <a:t>minimum</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near</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rPr>
                      <m:t>1.64 </m:t>
                    </m:r>
                    <m:r>
                      <a:rPr lang="es-ES" sz="1200" i="1">
                        <a:latin typeface="Cambria Math" panose="02040503050406030204" pitchFamily="18" charset="0"/>
                      </a:rPr>
                      <m:t>𝜇</m:t>
                    </m:r>
                    <m:r>
                      <m:rPr>
                        <m:nor/>
                      </m:rPr>
                      <a:rPr lang="es-ES" sz="1200" i="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reflecting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competing</a:t>
                </a:r>
                <a:r>
                  <a:rPr lang="es-ES" sz="1200" dirty="0">
                    <a:latin typeface="Arial" panose="020B0604020202020204" pitchFamily="34" charset="0"/>
                    <a:cs typeface="Arial" panose="020B0604020202020204" pitchFamily="34" charset="0"/>
                  </a:rPr>
                  <a:t> balance </a:t>
                </a:r>
                <a:r>
                  <a:rPr lang="es-ES" sz="1200" dirty="0" err="1">
                    <a:latin typeface="Arial" panose="020B0604020202020204" pitchFamily="34" charset="0"/>
                    <a:cs typeface="Arial" panose="020B0604020202020204" pitchFamily="34" charset="0"/>
                  </a:rPr>
                  <a:t>between</a:t>
                </a:r>
                <a:r>
                  <a:rPr lang="es-ES" sz="1200" dirty="0">
                    <a:latin typeface="Arial" panose="020B0604020202020204" pitchFamily="34" charset="0"/>
                    <a:cs typeface="Arial" panose="020B0604020202020204" pitchFamily="34" charset="0"/>
                  </a:rPr>
                  <a:t> modal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expansion</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chromatic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dispersion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supermode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index</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difference</a:t>
                </a:r>
                <a:r>
                  <a:rPr lang="es-ES" sz="1200" dirty="0">
                    <a:latin typeface="Arial" panose="020B0604020202020204" pitchFamily="34" charset="0"/>
                    <a:cs typeface="Arial" panose="020B0604020202020204" pitchFamily="34" charset="0"/>
                  </a:rPr>
                  <a:t> (</a:t>
                </a:r>
                <a14:m>
                  <m:oMath xmlns:m="http://schemas.openxmlformats.org/officeDocument/2006/math">
                    <m:r>
                      <m:rPr>
                        <m:sty m:val="p"/>
                      </m:rPr>
                      <a:rPr lang="es-ES" sz="1200">
                        <a:latin typeface="Cambria Math" panose="02040503050406030204" pitchFamily="18" charset="0"/>
                      </a:rPr>
                      <m:t>Δ</m:t>
                    </m:r>
                    <m:sSub>
                      <m:sSubPr>
                        <m:ctrlPr>
                          <a:rPr lang="es-ES" sz="1200" i="1">
                            <a:latin typeface="Cambria Math" panose="02040503050406030204" pitchFamily="18" charset="0"/>
                          </a:rPr>
                        </m:ctrlPr>
                      </m:sSubPr>
                      <m:e>
                        <m:r>
                          <a:rPr lang="es-ES" sz="1200" i="1">
                            <a:latin typeface="Cambria Math" panose="02040503050406030204" pitchFamily="18" charset="0"/>
                          </a:rPr>
                          <m:t>𝑛</m:t>
                        </m:r>
                      </m:e>
                      <m:sub>
                        <m:r>
                          <m:rPr>
                            <m:nor/>
                          </m:rPr>
                          <a:rPr lang="es-ES" sz="1200" i="0">
                            <a:latin typeface="Arial" panose="020B0604020202020204" pitchFamily="34" charset="0"/>
                            <a:cs typeface="Arial" panose="020B0604020202020204" pitchFamily="34" charset="0"/>
                          </a:rPr>
                          <m:t>eff</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pronounced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wavelength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sensitivity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highlights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intrinsic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bandwidth</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birefringence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limitations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directional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couplers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compared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interference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devices</a:t>
                </a:r>
                <a:r>
                  <a:rPr lang="es-ES" sz="1200" dirty="0">
                    <a:latin typeface="Arial" panose="020B0604020202020204" pitchFamily="34" charset="0"/>
                    <a:cs typeface="Arial" panose="020B0604020202020204" pitchFamily="34" charset="0"/>
                  </a:rPr>
                  <a:t>. </a:t>
                </a:r>
              </a:p>
            </p:txBody>
          </p:sp>
        </mc:Choice>
        <mc:Fallback>
          <p:sp>
            <p:nvSpPr>
              <p:cNvPr id="2" name="CuadroTexto 1">
                <a:extLst>
                  <a:ext uri="{FF2B5EF4-FFF2-40B4-BE49-F238E27FC236}">
                    <a16:creationId xmlns:a16="http://schemas.microsoft.com/office/drawing/2014/main" id="{9C79949C-091F-3CF9-2E5B-2AECD500443E}"/>
                  </a:ext>
                </a:extLst>
              </p:cNvPr>
              <p:cNvSpPr txBox="1">
                <a:spLocks noRot="1" noChangeAspect="1" noMove="1" noResize="1" noEditPoints="1" noAdjustHandles="1" noChangeArrowheads="1" noChangeShapeType="1" noTextEdit="1"/>
              </p:cNvSpPr>
              <p:nvPr/>
            </p:nvSpPr>
            <p:spPr>
              <a:xfrm>
                <a:off x="480239" y="1600200"/>
                <a:ext cx="11199971" cy="3296031"/>
              </a:xfrm>
              <a:prstGeom prst="rect">
                <a:avLst/>
              </a:prstGeom>
              <a:blipFill>
                <a:blip r:embed="rId4"/>
                <a:stretch>
                  <a:fillRect/>
                </a:stretch>
              </a:blipFill>
              <a:ln w="28575">
                <a:solidFill>
                  <a:srgbClr val="E0700D"/>
                </a:solidFill>
              </a:ln>
            </p:spPr>
            <p:txBody>
              <a:bodyPr/>
              <a:lstStyle/>
              <a:p>
                <a:r>
                  <a:rPr lang="es-ES">
                    <a:noFill/>
                  </a:rPr>
                  <a:t> </a:t>
                </a:r>
              </a:p>
            </p:txBody>
          </p:sp>
        </mc:Fallback>
      </mc:AlternateContent>
    </p:spTree>
    <p:extLst>
      <p:ext uri="{BB962C8B-B14F-4D97-AF65-F5344CB8AC3E}">
        <p14:creationId xmlns:p14="http://schemas.microsoft.com/office/powerpoint/2010/main" val="405662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r>
                  <a:rPr lang="es-ES" sz="1200" dirty="0">
                    <a:latin typeface="Arial" panose="020B0604020202020204" pitchFamily="34" charset="0"/>
                    <a:cs typeface="Arial" panose="020B0604020202020204" pitchFamily="34" charset="0"/>
                  </a:rPr>
                  <a:t>As </a:t>
                </a:r>
                <a:r>
                  <a:rPr lang="es-ES" sz="1200" dirty="0" err="1">
                    <a:latin typeface="Arial" panose="020B0604020202020204" pitchFamily="34" charset="0"/>
                    <a:cs typeface="Arial" panose="020B0604020202020204" pitchFamily="34" charset="0"/>
                  </a:rPr>
                  <a:t>illustrated</a:t>
                </a:r>
                <a:r>
                  <a:rPr lang="es-ES" sz="1200" dirty="0">
                    <a:latin typeface="Arial" panose="020B0604020202020204" pitchFamily="34" charset="0"/>
                    <a:cs typeface="Arial" panose="020B0604020202020204" pitchFamily="34" charset="0"/>
                  </a:rPr>
                  <a:t> in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log-</a:t>
                </a:r>
                <a:r>
                  <a:rPr lang="es-ES" sz="1200" dirty="0" err="1">
                    <a:latin typeface="Arial" panose="020B0604020202020204" pitchFamily="34" charset="0"/>
                    <a:cs typeface="Arial" panose="020B0604020202020204" pitchFamily="34" charset="0"/>
                  </a:rPr>
                  <a:t>scale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plots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beating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length</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𝐿</m:t>
                        </m:r>
                      </m:e>
                      <m:sub>
                        <m:r>
                          <a:rPr lang="es-ES" sz="1200" i="1"/>
                          <m:t>𝜋</m:t>
                        </m:r>
                      </m:sub>
                    </m:sSub>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exhibits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strict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exponential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growth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spanning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multiple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orders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magnitude</a:t>
                </a:r>
                <a:r>
                  <a:rPr lang="es-ES" sz="1200" dirty="0">
                    <a:latin typeface="Arial" panose="020B0604020202020204" pitchFamily="34" charset="0"/>
                    <a:cs typeface="Arial" panose="020B0604020202020204" pitchFamily="34" charset="0"/>
                  </a:rPr>
                  <a:t> as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gap </a:t>
                </a:r>
                <a:r>
                  <a:rPr lang="es-ES" sz="1200" dirty="0" err="1">
                    <a:latin typeface="Arial" panose="020B0604020202020204" pitchFamily="34" charset="0"/>
                    <a:cs typeface="Arial" panose="020B0604020202020204" pitchFamily="34" charset="0"/>
                  </a:rPr>
                  <a:t>widens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from</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0.2 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2.2 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confirms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that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tail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decays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exponentially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outside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inherently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requiring</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drastically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longer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interaction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distance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achieve</a:t>
                </a:r>
                <a:r>
                  <a:rPr lang="es-ES" sz="1200" dirty="0">
                    <a:latin typeface="Arial" panose="020B0604020202020204" pitchFamily="34" charset="0"/>
                    <a:cs typeface="Arial" panose="020B0604020202020204" pitchFamily="34" charset="0"/>
                  </a:rPr>
                  <a:t> complete </a:t>
                </a:r>
                <a:r>
                  <a:rPr lang="es-ES" sz="1200" dirty="0" err="1">
                    <a:latin typeface="Arial" panose="020B0604020202020204" pitchFamily="34" charset="0"/>
                    <a:cs typeface="Arial" panose="020B0604020202020204" pitchFamily="34" charset="0"/>
                  </a:rPr>
                  <a:t>cross-coupling</a:t>
                </a:r>
                <a:r>
                  <a:rPr lang="es-ES" sz="1200" dirty="0">
                    <a:latin typeface="Arial" panose="020B0604020202020204" pitchFamily="34" charset="0"/>
                    <a:cs typeface="Arial" panose="020B0604020202020204" pitchFamily="34" charset="0"/>
                  </a:rPr>
                  <a:t>. In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deep-etched</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requires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shorter</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𝐿</m:t>
                        </m:r>
                      </m:e>
                      <m:sub>
                        <m:r>
                          <a:rPr lang="es-ES" sz="1200" i="1"/>
                          <m:t>𝜋</m:t>
                        </m:r>
                      </m:sub>
                    </m:sSub>
                  </m:oMath>
                </a14:m>
                <a:r>
                  <a:rPr lang="es-ES" sz="1200" dirty="0" err="1">
                    <a:latin typeface="Arial" panose="020B0604020202020204" pitchFamily="34" charset="0"/>
                    <a:cs typeface="Arial" panose="020B0604020202020204" pitchFamily="34" charset="0"/>
                  </a:rPr>
                  <a:t>than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TE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due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high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aspect</a:t>
                </a:r>
                <a:r>
                  <a:rPr lang="es-ES" sz="1200" dirty="0">
                    <a:latin typeface="Arial" panose="020B0604020202020204" pitchFamily="34" charset="0"/>
                    <a:cs typeface="Arial" panose="020B0604020202020204" pitchFamily="34" charset="0"/>
                  </a:rPr>
                  <a:t> ratio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core</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1.0×0.3 </m:t>
                    </m:r>
                    <m:r>
                      <a:rPr lang="es-ES" sz="1200" i="1"/>
                      <m:t>𝜇</m:t>
                    </m:r>
                    <m:r>
                      <m:rPr>
                        <m:nor/>
                      </m:rPr>
                      <a:rPr lang="es-ES" sz="1200">
                        <a:latin typeface="Arial" panose="020B0604020202020204" pitchFamily="34" charset="0"/>
                        <a:cs typeface="Arial" panose="020B0604020202020204" pitchFamily="34" charset="0"/>
                      </a:rPr>
                      <m:t>m</m:t>
                    </m:r>
                  </m:oMath>
                </a14:m>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which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provides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weaker</a:t>
                </a:r>
                <a:r>
                  <a:rPr lang="es-ES" sz="1200" dirty="0">
                    <a:latin typeface="Arial" panose="020B0604020202020204" pitchFamily="34" charset="0"/>
                    <a:cs typeface="Arial" panose="020B0604020202020204" pitchFamily="34" charset="0"/>
                  </a:rPr>
                  <a:t> vertical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for</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field</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thus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enables</a:t>
                </a:r>
                <a:r>
                  <a:rPr lang="es-ES" sz="1200" dirty="0">
                    <a:latin typeface="Arial" panose="020B0604020202020204" pitchFamily="34" charset="0"/>
                    <a:cs typeface="Arial" panose="020B0604020202020204" pitchFamily="34" charset="0"/>
                  </a:rPr>
                  <a:t> a </a:t>
                </a:r>
                <a:r>
                  <a:rPr lang="es-ES" sz="1200" dirty="0" err="1">
                    <a:latin typeface="Arial" panose="020B0604020202020204" pitchFamily="34" charset="0"/>
                    <a:cs typeface="Arial" panose="020B0604020202020204" pitchFamily="34" charset="0"/>
                  </a:rPr>
                  <a:t>broader</a:t>
                </a:r>
                <a:r>
                  <a:rPr lang="es-ES" sz="1200" dirty="0">
                    <a:latin typeface="Arial" panose="020B0604020202020204" pitchFamily="34" charset="0"/>
                    <a:cs typeface="Arial" panose="020B0604020202020204" pitchFamily="34" charset="0"/>
                  </a:rPr>
                  <a:t> lateral </a:t>
                </a:r>
                <a:r>
                  <a:rPr lang="es-ES" sz="1200" dirty="0" err="1">
                    <a:latin typeface="Arial" panose="020B0604020202020204" pitchFamily="34" charset="0"/>
                    <a:cs typeface="Arial" panose="020B0604020202020204" pitchFamily="34" charset="0"/>
                  </a:rPr>
                  <a:t>evanescent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overlap</a:t>
                </a:r>
                <a:r>
                  <a:rPr lang="es-ES" sz="1200" dirty="0">
                    <a:latin typeface="Arial" panose="020B0604020202020204" pitchFamily="34" charset="0"/>
                    <a:cs typeface="Arial" panose="020B0604020202020204" pitchFamily="34" charset="0"/>
                  </a:rPr>
                  <a:t>. </a:t>
                </a:r>
              </a:p>
              <a:p>
                <a:r>
                  <a:rPr lang="es-ES" sz="1200" dirty="0" err="1">
                    <a:latin typeface="Arial" panose="020B0604020202020204" pitchFamily="34" charset="0"/>
                    <a:cs typeface="Arial" panose="020B0604020202020204" pitchFamily="34" charset="0"/>
                  </a:rPr>
                  <a:t>Conversely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shallow</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waveguide</a:t>
                </a:r>
                <a:r>
                  <a:rPr lang="es-ES" sz="1200" dirty="0">
                    <a:latin typeface="Arial" panose="020B0604020202020204" pitchFamily="34" charset="0"/>
                    <a:cs typeface="Arial" panose="020B0604020202020204" pitchFamily="34" charset="0"/>
                  </a:rPr>
                  <a:t> introduces extreme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anisotropy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continuous</a:t>
                </a:r>
                <a:r>
                  <a:rPr lang="es-ES" sz="1200" dirty="0">
                    <a:latin typeface="Arial" panose="020B0604020202020204" pitchFamily="34" charset="0"/>
                    <a:cs typeface="Arial" panose="020B0604020202020204" pitchFamily="34" charset="0"/>
                  </a:rPr>
                  <a:t> </a:t>
                </a:r>
                <a14:m>
                  <m:oMath xmlns:m="http://schemas.openxmlformats.org/officeDocument/2006/math">
                    <m:r>
                      <a:rPr lang="es-ES" sz="1200"/>
                      <m:t>150 </m:t>
                    </m:r>
                    <m:r>
                      <m:rPr>
                        <m:nor/>
                      </m:rPr>
                      <a:rPr lang="es-ES" sz="1200">
                        <a:latin typeface="Arial" panose="020B0604020202020204" pitchFamily="34" charset="0"/>
                        <a:cs typeface="Arial" panose="020B0604020202020204" pitchFamily="34" charset="0"/>
                      </a:rPr>
                      <m:t>nm</m:t>
                    </m:r>
                  </m:oMath>
                </a14:m>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acts</a:t>
                </a:r>
                <a:r>
                  <a:rPr lang="es-ES" sz="1200" dirty="0">
                    <a:latin typeface="Arial" panose="020B0604020202020204" pitchFamily="34" charset="0"/>
                    <a:cs typeface="Arial" panose="020B0604020202020204" pitchFamily="34" charset="0"/>
                  </a:rPr>
                  <a:t> as a </a:t>
                </a:r>
                <a:r>
                  <a:rPr lang="es-ES" sz="1200" dirty="0" err="1">
                    <a:latin typeface="Arial" panose="020B0604020202020204" pitchFamily="34" charset="0"/>
                    <a:cs typeface="Arial" panose="020B0604020202020204" pitchFamily="34" charset="0"/>
                  </a:rPr>
                  <a:t>high-index</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dielectric</a:t>
                </a:r>
                <a:r>
                  <a:rPr lang="es-ES" sz="1200" dirty="0">
                    <a:latin typeface="Arial" panose="020B0604020202020204" pitchFamily="34" charset="0"/>
                    <a:cs typeface="Arial" panose="020B0604020202020204" pitchFamily="34" charset="0"/>
                  </a:rPr>
                  <a:t> bridge </a:t>
                </a:r>
                <a:r>
                  <a:rPr lang="es-ES" sz="1200" dirty="0" err="1">
                    <a:latin typeface="Arial" panose="020B0604020202020204" pitchFamily="34" charset="0"/>
                    <a:cs typeface="Arial" panose="020B0604020202020204" pitchFamily="34" charset="0"/>
                  </a:rPr>
                  <a:t>that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facilitates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massive</a:t>
                </a:r>
                <a:r>
                  <a:rPr lang="es-ES" sz="1200" dirty="0">
                    <a:latin typeface="Arial" panose="020B0604020202020204" pitchFamily="34" charset="0"/>
                    <a:cs typeface="Arial" panose="020B0604020202020204" pitchFamily="34" charset="0"/>
                  </a:rPr>
                  <a:t> TE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tunneling</a:t>
                </a:r>
                <a:r>
                  <a:rPr lang="es-ES" sz="1200" dirty="0">
                    <a:latin typeface="Arial" panose="020B0604020202020204" pitchFamily="34" charset="0"/>
                    <a:cs typeface="Arial" panose="020B0604020202020204" pitchFamily="34" charset="0"/>
                  </a:rPr>
                  <a:t>—</a:t>
                </a:r>
                <a:r>
                  <a:rPr lang="es-ES" sz="1200" dirty="0" err="1">
                    <a:latin typeface="Arial" panose="020B0604020202020204" pitchFamily="34" charset="0"/>
                    <a:cs typeface="Arial" panose="020B0604020202020204" pitchFamily="34" charset="0"/>
                  </a:rPr>
                  <a:t>compressing</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𝐿</m:t>
                        </m:r>
                      </m:e>
                      <m:sub>
                        <m:r>
                          <a:rPr lang="es-ES" sz="1200" i="1"/>
                          <m:t>𝜋</m:t>
                        </m:r>
                      </m:sub>
                    </m:sSub>
                    <m:d>
                      <m:dPr>
                        <m:ctrlPr>
                          <a:rPr lang="es-ES" sz="1200">
                            <a:latin typeface="Arial" panose="020B0604020202020204" pitchFamily="34" charset="0"/>
                            <a:cs typeface="Arial" panose="020B0604020202020204" pitchFamily="34" charset="0"/>
                          </a:rPr>
                        </m:ctrlPr>
                      </m:dPr>
                      <m:e>
                        <m:r>
                          <m:rPr>
                            <m:nor/>
                          </m:rPr>
                          <a:rPr lang="es-ES" sz="1200">
                            <a:latin typeface="Arial" panose="020B0604020202020204" pitchFamily="34" charset="0"/>
                            <a:cs typeface="Arial" panose="020B0604020202020204" pitchFamily="34" charset="0"/>
                          </a:rPr>
                          <m:t>TE</m:t>
                        </m:r>
                      </m:e>
                    </m:d>
                  </m:oMath>
                </a14:m>
                <a:r>
                  <a:rPr lang="es-ES" sz="1200" dirty="0" err="1">
                    <a:latin typeface="Arial" panose="020B0604020202020204" pitchFamily="34" charset="0"/>
                    <a:cs typeface="Arial" panose="020B0604020202020204" pitchFamily="34" charset="0"/>
                  </a:rPr>
                  <a:t>significantly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Meanwhile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completely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isolates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TM </a:t>
                </a:r>
                <a:r>
                  <a:rPr lang="es-ES" sz="1200" dirty="0" err="1">
                    <a:latin typeface="Arial" panose="020B0604020202020204" pitchFamily="34" charset="0"/>
                    <a:cs typeface="Arial" panose="020B0604020202020204" pitchFamily="34" charset="0"/>
                  </a:rPr>
                  <a:t>mode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whose</a:t>
                </a:r>
                <a:r>
                  <a:rPr lang="es-ES" sz="1200" dirty="0">
                    <a:latin typeface="Arial" panose="020B0604020202020204" pitchFamily="34" charset="0"/>
                    <a:cs typeface="Arial" panose="020B0604020202020204" pitchFamily="34" charset="0"/>
                  </a:rPr>
                  <a:t> </a:t>
                </a:r>
                <a14:m>
                  <m:oMath xmlns:m="http://schemas.openxmlformats.org/officeDocument/2006/math">
                    <m:sSub>
                      <m:sSubPr>
                        <m:ctrlPr>
                          <a:rPr lang="es-ES" sz="1200" i="1"/>
                        </m:ctrlPr>
                      </m:sSubPr>
                      <m:e>
                        <m:r>
                          <a:rPr lang="es-ES" sz="1200" i="1"/>
                          <m:t>𝐿</m:t>
                        </m:r>
                      </m:e>
                      <m:sub>
                        <m:r>
                          <a:rPr lang="es-ES" sz="1200" i="1"/>
                          <m:t>𝜋</m:t>
                        </m:r>
                      </m:sub>
                    </m:sSub>
                  </m:oMath>
                </a14:m>
                <a:r>
                  <a:rPr lang="es-ES" sz="1200" dirty="0" err="1">
                    <a:latin typeface="Arial" panose="020B0604020202020204" pitchFamily="34" charset="0"/>
                    <a:cs typeface="Arial" panose="020B0604020202020204" pitchFamily="34" charset="0"/>
                  </a:rPr>
                  <a:t>skyrockets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erratically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due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to</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strong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dielectric</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boundary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condition</a:t>
                </a:r>
                <a:r>
                  <a:rPr lang="es-ES" sz="1200" dirty="0">
                    <a:latin typeface="Arial" panose="020B0604020202020204" pitchFamily="34" charset="0"/>
                    <a:cs typeface="Arial" panose="020B0604020202020204" pitchFamily="34" charset="0"/>
                  </a:rPr>
                  <a:t> and </a:t>
                </a:r>
                <a:r>
                  <a:rPr lang="es-ES" sz="1200" dirty="0" err="1">
                    <a:latin typeface="Arial" panose="020B0604020202020204" pitchFamily="34" charset="0"/>
                    <a:cs typeface="Arial" panose="020B0604020202020204" pitchFamily="34" charset="0"/>
                  </a:rPr>
                  <a:t>lack</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of</a:t>
                </a:r>
                <a:r>
                  <a:rPr lang="es-ES" sz="1200" dirty="0">
                    <a:latin typeface="Arial" panose="020B0604020202020204" pitchFamily="34" charset="0"/>
                    <a:cs typeface="Arial" panose="020B0604020202020204" pitchFamily="34" charset="0"/>
                  </a:rPr>
                  <a:t> vertical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in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slab</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This</a:t>
                </a:r>
                <a:r>
                  <a:rPr lang="es-ES" sz="1200" dirty="0">
                    <a:latin typeface="Arial" panose="020B0604020202020204" pitchFamily="34" charset="0"/>
                    <a:cs typeface="Arial" panose="020B0604020202020204" pitchFamily="34" charset="0"/>
                  </a:rPr>
                  <a:t> proves </a:t>
                </a:r>
                <a:r>
                  <a:rPr lang="es-ES" sz="1200" dirty="0" err="1">
                    <a:latin typeface="Arial" panose="020B0604020202020204" pitchFamily="34" charset="0"/>
                    <a:cs typeface="Arial" panose="020B0604020202020204" pitchFamily="34" charset="0"/>
                  </a:rPr>
                  <a:t>that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while</a:t>
                </a:r>
                <a:r>
                  <a:rPr lang="es-ES" sz="1200" dirty="0">
                    <a:latin typeface="Arial" panose="020B0604020202020204" pitchFamily="34" charset="0"/>
                    <a:cs typeface="Arial" panose="020B0604020202020204" pitchFamily="34" charset="0"/>
                  </a:rPr>
                  <a:t> gap </a:t>
                </a:r>
                <a:r>
                  <a:rPr lang="es-ES" sz="1200" dirty="0" err="1">
                    <a:latin typeface="Arial" panose="020B0604020202020204" pitchFamily="34" charset="0"/>
                    <a:cs typeface="Arial" panose="020B0604020202020204" pitchFamily="34" charset="0"/>
                  </a:rPr>
                  <a:t>variations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govern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strength</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exponentially</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the</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structural</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confinement</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dictates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its</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polarization</a:t>
                </a:r>
                <a:r>
                  <a:rPr lang="es-ES" sz="1200" dirty="0">
                    <a:latin typeface="Arial" panose="020B0604020202020204" pitchFamily="34" charset="0"/>
                    <a:cs typeface="Arial" panose="020B0604020202020204" pitchFamily="34" charset="0"/>
                  </a:rPr>
                  <a:t> </a:t>
                </a:r>
                <a:r>
                  <a:rPr lang="es-ES" sz="1200" dirty="0" err="1">
                    <a:latin typeface="Arial" panose="020B0604020202020204" pitchFamily="34" charset="0"/>
                    <a:cs typeface="Arial" panose="020B0604020202020204" pitchFamily="34" charset="0"/>
                  </a:rPr>
                  <a:t>sensitivity</a:t>
                </a:r>
                <a:r>
                  <a:rPr lang="es-ES" sz="1200" dirty="0">
                    <a:latin typeface="Arial" panose="020B0604020202020204" pitchFamily="34" charset="0"/>
                    <a:cs typeface="Arial" panose="020B0604020202020204" pitchFamily="34" charset="0"/>
                  </a:rPr>
                  <a:t>. </a:t>
                </a:r>
              </a:p>
            </p:txBody>
          </p:sp>
        </mc:Choice>
        <mc:Fallback>
          <p:sp>
            <p:nvSpPr>
              <p:cNvPr id="2" name="CuadroTexto 1">
                <a:extLst>
                  <a:ext uri="{FF2B5EF4-FFF2-40B4-BE49-F238E27FC236}">
                    <a16:creationId xmlns:a16="http://schemas.microsoft.com/office/drawing/2014/main" id="{D0F8CF3B-B920-DBFC-F825-0C87B51EADA7}"/>
                  </a:ext>
                </a:extLst>
              </p:cNvPr>
              <p:cNvSpPr txBox="1">
                <a:spLocks noRot="1" noChangeAspect="1" noMove="1" noResize="1" noEditPoints="1" noAdjustHandles="1" noChangeArrowheads="1" noChangeShapeType="1" noTextEdit="1"/>
              </p:cNvSpPr>
              <p:nvPr/>
            </p:nvSpPr>
            <p:spPr>
              <a:xfrm>
                <a:off x="609441" y="4860334"/>
                <a:ext cx="11199971" cy="1754326"/>
              </a:xfrm>
              <a:prstGeom prst="rect">
                <a:avLst/>
              </a:prstGeom>
              <a:blipFill>
                <a:blip r:embed="rId4"/>
                <a:stretch>
                  <a:fillRect b="-341"/>
                </a:stretch>
              </a:blipFill>
              <a:ln w="28575">
                <a:solidFill>
                  <a:srgbClr val="E0700D"/>
                </a:solidFill>
              </a:ln>
            </p:spPr>
            <p:txBody>
              <a:bodyPr/>
              <a:lstStyle/>
              <a:p>
                <a:r>
                  <a:rPr lang="es-ES">
                    <a:noFill/>
                  </a:rPr>
                  <a:t> </a:t>
                </a:r>
              </a:p>
            </p:txBody>
          </p:sp>
        </mc:Fallback>
      </mc:AlternateContent>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26371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26371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agen 9">
            <a:extLst>
              <a:ext uri="{FF2B5EF4-FFF2-40B4-BE49-F238E27FC236}">
                <a16:creationId xmlns:a16="http://schemas.microsoft.com/office/drawing/2014/main" id="{F48976B7-9D9D-8A84-C742-3F9C8B85DCE1}"/>
              </a:ext>
            </a:extLst>
          </p:cNvPr>
          <p:cNvPicPr>
            <a:picLocks noChangeAspect="1"/>
          </p:cNvPicPr>
          <p:nvPr/>
        </p:nvPicPr>
        <p:blipFill>
          <a:blip r:embed="rId5"/>
          <a:stretch>
            <a:fillRect/>
          </a:stretch>
        </p:blipFill>
        <p:spPr>
          <a:xfrm>
            <a:off x="1778804" y="1521639"/>
            <a:ext cx="8634389" cy="3050361"/>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2586</TotalTime>
  <Words>2458</Words>
  <Application>Microsoft Office PowerPoint</Application>
  <PresentationFormat>Panorámica</PresentationFormat>
  <Paragraphs>175</Paragraphs>
  <Slides>18</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18</vt:i4>
      </vt:variant>
    </vt:vector>
  </HeadingPairs>
  <TitlesOfParts>
    <vt:vector size="26"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Gap 0.6 - 1.6 µm (step 0.1 µm) – Wavelength 1.55 µm </vt:lpstr>
      <vt:lpstr>Presentación de PowerPoint</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 – 1x4 Multimode Interference Coupler  Wavelength 1.55 µm, wMMI = ? µm</vt:lpstr>
      <vt:lpstr>Extra #1 – Directional wavelength dependence Wavelengths from 1.5 to 1.7 µm, gap = 0.6 µm, width 1.0 µm  </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Andrés Sanchez-Toril Bastrygina</cp:lastModifiedBy>
  <cp:revision>11</cp:revision>
  <dcterms:created xsi:type="dcterms:W3CDTF">2025-01-27T02:46:57Z</dcterms:created>
  <dcterms:modified xsi:type="dcterms:W3CDTF">2026-09-21T14:21:59Z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